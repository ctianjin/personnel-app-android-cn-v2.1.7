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13" r:id="rId3"/>
    <p:sldId id="323" r:id="rId5"/>
    <p:sldId id="327" r:id="rId6"/>
    <p:sldId id="326" r:id="rId7"/>
    <p:sldId id="324" r:id="rId8"/>
  </p:sldIdLst>
  <p:sldSz cx="12192000" cy="6858000"/>
  <p:notesSz cx="6858000" cy="9144000"/>
  <p:embeddedFontLst>
    <p:embeddedFont>
      <p:font typeface="汉仪晓波花月圆W" panose="00020600040101010101" charset="-122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  <p:embeddedFont>
      <p:font typeface="微软雅黑" panose="020B0503020204020204" charset="-122"/>
      <p:regular r:id="rId17"/>
    </p:embeddedFont>
    <p:embeddedFont>
      <p:font typeface="黑体" panose="02010609060101010101" charset="-122"/>
      <p:regular r:id="rId18"/>
    </p:embeddedFont>
    <p:embeddedFont>
      <p:font typeface="方正公文小标宋" panose="02000500000000000000" charset="-122"/>
      <p:regular r:id="rId19"/>
    </p:embeddedFont>
    <p:embeddedFont>
      <p:font typeface="出版社印刷体" panose="02010600010101010101" charset="-122"/>
      <p:regular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7225b149-0001-4d96-856b-6412f0d31d6d}">
          <p14:sldIdLst>
            <p14:sldId id="313"/>
            <p14:sldId id="323"/>
            <p14:sldId id="327"/>
            <p14:sldId id="326"/>
            <p14:sldId id="32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9FF"/>
    <a:srgbClr val="C0F2FC"/>
    <a:srgbClr val="66D8F4"/>
    <a:srgbClr val="7C6BFE"/>
    <a:srgbClr val="EFFCFF"/>
    <a:srgbClr val="F5FDFF"/>
    <a:srgbClr val="D8F6FD"/>
    <a:srgbClr val="F9FEFF"/>
    <a:srgbClr val="F5FCFF"/>
    <a:srgbClr val="FC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48.xml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AE718B-9658-42D3-908B-EB4A7C9712F9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7CA35C6E-7C46-4797-8A42-DCA022D7A78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职务</a:t>
          </a:r>
          <a:r>
            <a:rPr lang="zh-CN" altLang="en-US"/>
            <a:t/>
          </a:r>
          <a:endParaRPr lang="zh-CN" altLang="en-US"/>
        </a:p>
      </dgm:t>
    </dgm:pt>
    <dgm:pt modelId="{FA4CC6AE-475B-4D5D-AEBF-E8621255EB5F}" cxnId="{429FFA96-0DCD-4659-A829-25C2460249F3}" type="parTrans">
      <dgm:prSet/>
      <dgm:spPr/>
      <dgm:t>
        <a:bodyPr/>
        <a:p>
          <a:endParaRPr lang="zh-CN" altLang="en-US"/>
        </a:p>
      </dgm:t>
    </dgm:pt>
    <dgm:pt modelId="{B3E4CB04-4EAF-415F-BAB5-2E611B0CE1CF}" cxnId="{429FFA96-0DCD-4659-A829-25C2460249F3}" type="sibTrans">
      <dgm:prSet/>
      <dgm:spPr/>
      <dgm:t>
        <a:bodyPr/>
        <a:p>
          <a:endParaRPr lang="zh-CN" altLang="en-US"/>
        </a:p>
      </dgm:t>
    </dgm:pt>
    <dgm:pt modelId="{EC731458-ED63-4612-A93B-E863E135F14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8772E023-0C4B-41D8-9742-7C50A06625EA}" cxnId="{58B8E94A-885D-4961-B6C0-4FF7B721133B}" type="parTrans">
      <dgm:prSet/>
      <dgm:spPr/>
    </dgm:pt>
    <dgm:pt modelId="{01C7E480-9D4E-4D58-BED2-EDB0660189FB}" cxnId="{58B8E94A-885D-4961-B6C0-4FF7B721133B}" type="sibTrans">
      <dgm:prSet/>
      <dgm:spPr/>
    </dgm:pt>
    <dgm:pt modelId="{5D781AFB-9960-4A32-96F3-2EE09084238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E0FFB7BC-96A6-4A36-99AB-55244E0DB463}" cxnId="{705F30B9-61BB-45D8-A3F2-C51948B1D247}" type="parTrans">
      <dgm:prSet/>
      <dgm:spPr/>
    </dgm:pt>
    <dgm:pt modelId="{E2E81701-8418-44B5-9462-1AB2FC7D6CF7}" cxnId="{705F30B9-61BB-45D8-A3F2-C51948B1D247}" type="sibTrans">
      <dgm:prSet/>
      <dgm:spPr/>
    </dgm:pt>
    <dgm:pt modelId="{A373197B-DB0D-4D25-97DF-883F1AD1C66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7EF931AE-AF6D-4EAF-91C4-8F8B27330D0C}" cxnId="{EAA6CB6B-E210-412D-83CA-C25BB02AEBA1}" type="parTrans">
      <dgm:prSet/>
      <dgm:spPr/>
    </dgm:pt>
    <dgm:pt modelId="{4E49603B-23CA-400D-BBC8-DF8BE2F7BA1B}" cxnId="{EAA6CB6B-E210-412D-83CA-C25BB02AEBA1}" type="sibTrans">
      <dgm:prSet/>
      <dgm:spPr/>
    </dgm:pt>
    <dgm:pt modelId="{EFAAC59C-7D33-431B-8A1F-CA0432E5A1F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A5642873-20F2-4056-BCC7-E1DD1DD8A2C1}" cxnId="{CDE584E5-E18D-4506-B4F9-F536901D8BCE}" type="parTrans">
      <dgm:prSet/>
      <dgm:spPr/>
    </dgm:pt>
    <dgm:pt modelId="{C300C37F-73D0-4DD7-ABCD-F8EF3D4870CF}" cxnId="{CDE584E5-E18D-4506-B4F9-F536901D8BCE}" type="sibTrans">
      <dgm:prSet/>
      <dgm:spPr/>
    </dgm:pt>
    <dgm:pt modelId="{CDFA84B9-096F-415A-9B8A-890566BE5CA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D0E8FAEB-1807-4432-9BB5-13577111776F}" cxnId="{A81E8A88-EC5E-4079-BE7F-81386FCB21E3}" type="parTrans">
      <dgm:prSet/>
      <dgm:spPr/>
    </dgm:pt>
    <dgm:pt modelId="{7043C5CA-0AEC-4BB7-AA94-1358009864E1}" cxnId="{A81E8A88-EC5E-4079-BE7F-81386FCB21E3}" type="sibTrans">
      <dgm:prSet/>
      <dgm:spPr/>
    </dgm:pt>
    <dgm:pt modelId="{9342C7E8-25B2-481A-857C-17E6953CCDB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981C4D55-E423-40C0-891C-BB424047C3AB}" cxnId="{3E607007-2567-46F1-B579-38DDBB7C96F8}" type="parTrans">
      <dgm:prSet/>
      <dgm:spPr/>
    </dgm:pt>
    <dgm:pt modelId="{CB6B8E63-4DDD-4005-A1D0-9657396C7C55}" cxnId="{3E607007-2567-46F1-B579-38DDBB7C96F8}" type="sibTrans">
      <dgm:prSet/>
      <dgm:spPr/>
    </dgm:pt>
    <dgm:pt modelId="{9B3FCC69-D90A-4B8C-B14B-952F56CE35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6566F408-C1BF-4823-B02A-D15F3569BA22}" cxnId="{5979D315-BC46-47CE-83E8-3A5B247C3192}" type="parTrans">
      <dgm:prSet/>
      <dgm:spPr/>
      <dgm:t>
        <a:bodyPr/>
        <a:p>
          <a:endParaRPr lang="zh-CN" altLang="en-US"/>
        </a:p>
      </dgm:t>
    </dgm:pt>
    <dgm:pt modelId="{21E16C35-FFFC-48AF-ACC9-821F23AE1333}" cxnId="{5979D315-BC46-47CE-83E8-3A5B247C3192}" type="sibTrans">
      <dgm:prSet/>
      <dgm:spPr/>
      <dgm:t>
        <a:bodyPr/>
        <a:p>
          <a:endParaRPr lang="zh-CN" altLang="en-US"/>
        </a:p>
      </dgm:t>
    </dgm:pt>
    <dgm:pt modelId="{7C7EB1EF-EE42-409B-9E0A-15115F48CFA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C8D6C08E-C6E1-4309-8483-D779EC44C348}" cxnId="{27A387DD-2963-4B41-9F73-6104FF3D7672}" type="parTrans">
      <dgm:prSet/>
      <dgm:spPr/>
      <dgm:t>
        <a:bodyPr/>
        <a:p>
          <a:endParaRPr lang="zh-CN" altLang="en-US"/>
        </a:p>
      </dgm:t>
    </dgm:pt>
    <dgm:pt modelId="{665D2D1D-86FC-45EB-A5D3-8A4C55326DA6}" cxnId="{27A387DD-2963-4B41-9F73-6104FF3D7672}" type="sibTrans">
      <dgm:prSet/>
      <dgm:spPr/>
      <dgm:t>
        <a:bodyPr/>
        <a:p>
          <a:endParaRPr lang="zh-CN" altLang="en-US"/>
        </a:p>
      </dgm:t>
    </dgm:pt>
    <dgm:pt modelId="{9D8FDF43-5F22-4C58-95A6-F6FA2BC1C4FF}" type="pres">
      <dgm:prSet presAssocID="{EBAE718B-9658-42D3-908B-EB4A7C9712F9}" presName="linear" presStyleCnt="0">
        <dgm:presLayoutVars>
          <dgm:dir/>
          <dgm:resizeHandles val="exact"/>
        </dgm:presLayoutVars>
      </dgm:prSet>
      <dgm:spPr/>
    </dgm:pt>
    <dgm:pt modelId="{90F28F1B-BFCA-4AA0-91E0-00F817812988}" type="pres">
      <dgm:prSet presAssocID="{7CA35C6E-7C46-4797-8A42-DCA022D7A785}" presName="comp" presStyleCnt="0"/>
      <dgm:spPr/>
    </dgm:pt>
    <dgm:pt modelId="{59E8ACA1-F6CD-4305-8E84-F80CD676165B}" type="pres">
      <dgm:prSet presAssocID="{7CA35C6E-7C46-4797-8A42-DCA022D7A785}" presName="box" presStyleLbl="node1" presStyleIdx="0" presStyleCnt="9"/>
      <dgm:spPr/>
    </dgm:pt>
    <dgm:pt modelId="{7D3926AE-D279-4284-8D3C-73162E8460EB}" type="pres">
      <dgm:prSet presAssocID="{7CA35C6E-7C46-4797-8A42-DCA022D7A785}" presName="img" presStyleLbl="fgImgPlace1" presStyleIdx="0" presStyleCnt="9"/>
      <dgm:spPr/>
    </dgm:pt>
    <dgm:pt modelId="{F9ED24FD-8912-4203-85DC-387A30A0B443}" type="pres">
      <dgm:prSet presAssocID="{7CA35C6E-7C46-4797-8A42-DCA022D7A785}" presName="text" presStyleCnt="0">
        <dgm:presLayoutVars>
          <dgm:bulletEnabled val="1"/>
        </dgm:presLayoutVars>
      </dgm:prSet>
      <dgm:spPr/>
    </dgm:pt>
    <dgm:pt modelId="{EA370BF9-61F4-4BBE-9D45-1C3713175010}" type="pres">
      <dgm:prSet presAssocID="{B3E4CB04-4EAF-415F-BAB5-2E611B0CE1CF}" presName="spacer" presStyleCnt="0"/>
      <dgm:spPr/>
    </dgm:pt>
    <dgm:pt modelId="{B78A8AE5-940B-473E-A110-2C683D9438AC}" type="pres">
      <dgm:prSet presAssocID="{EC731458-ED63-4612-A93B-E863E135F146}" presName="comp" presStyleCnt="0"/>
      <dgm:spPr/>
    </dgm:pt>
    <dgm:pt modelId="{9B126EFF-1D48-49B7-B796-EAC4B5BEB6DF}" type="pres">
      <dgm:prSet presAssocID="{EC731458-ED63-4612-A93B-E863E135F146}" presName="box" presStyleLbl="node1" presStyleIdx="1" presStyleCnt="9"/>
      <dgm:spPr/>
    </dgm:pt>
    <dgm:pt modelId="{69FC1EAD-F719-466B-AF91-A31982FE0DB2}" type="pres">
      <dgm:prSet presAssocID="{EC731458-ED63-4612-A93B-E863E135F146}" presName="img" presStyleLbl="fgImgPlace1" presStyleIdx="1" presStyleCnt="9"/>
      <dgm:spPr/>
    </dgm:pt>
    <dgm:pt modelId="{A26E5C73-8F25-49A9-9F6A-BB5F1B0BE6A4}" type="pres">
      <dgm:prSet presAssocID="{EC731458-ED63-4612-A93B-E863E135F146}" presName="text" presStyleCnt="0">
        <dgm:presLayoutVars>
          <dgm:bulletEnabled val="1"/>
        </dgm:presLayoutVars>
      </dgm:prSet>
      <dgm:spPr/>
    </dgm:pt>
    <dgm:pt modelId="{D14B2E22-1189-498D-8447-EDB87DDAC0A3}" type="pres">
      <dgm:prSet presAssocID="{01C7E480-9D4E-4D58-BED2-EDB0660189FB}" presName="spacer" presStyleCnt="0"/>
      <dgm:spPr/>
    </dgm:pt>
    <dgm:pt modelId="{530B6F39-FCD9-4462-A939-0F5CDD518ADF}" type="pres">
      <dgm:prSet presAssocID="{5D781AFB-9960-4A32-96F3-2EE09084238C}" presName="comp" presStyleCnt="0"/>
      <dgm:spPr/>
    </dgm:pt>
    <dgm:pt modelId="{931297A6-A963-407F-A273-60A3914D3556}" type="pres">
      <dgm:prSet presAssocID="{5D781AFB-9960-4A32-96F3-2EE09084238C}" presName="box" presStyleLbl="node1" presStyleIdx="2" presStyleCnt="9"/>
      <dgm:spPr/>
    </dgm:pt>
    <dgm:pt modelId="{F29AB54A-9804-453B-BCBF-705B6E539867}" type="pres">
      <dgm:prSet presAssocID="{5D781AFB-9960-4A32-96F3-2EE09084238C}" presName="img" presStyleLbl="fgImgPlace1" presStyleIdx="2" presStyleCnt="9"/>
      <dgm:spPr/>
    </dgm:pt>
    <dgm:pt modelId="{05F42988-54C4-45D9-BD5F-4456E0E65B00}" type="pres">
      <dgm:prSet presAssocID="{5D781AFB-9960-4A32-96F3-2EE09084238C}" presName="text" presStyleCnt="0">
        <dgm:presLayoutVars>
          <dgm:bulletEnabled val="1"/>
        </dgm:presLayoutVars>
      </dgm:prSet>
      <dgm:spPr/>
    </dgm:pt>
    <dgm:pt modelId="{D1E3037B-FA7B-4144-B80F-2A35E5CFF531}" type="pres">
      <dgm:prSet presAssocID="{E2E81701-8418-44B5-9462-1AB2FC7D6CF7}" presName="spacer" presStyleCnt="0"/>
      <dgm:spPr/>
    </dgm:pt>
    <dgm:pt modelId="{EF839084-ADC3-42C1-98A8-61960F0CC398}" type="pres">
      <dgm:prSet presAssocID="{A373197B-DB0D-4D25-97DF-883F1AD1C667}" presName="comp" presStyleCnt="0"/>
      <dgm:spPr/>
    </dgm:pt>
    <dgm:pt modelId="{8703ACE8-FA39-41B6-90DF-3FE5CE5D2F7F}" type="pres">
      <dgm:prSet presAssocID="{A373197B-DB0D-4D25-97DF-883F1AD1C667}" presName="box" presStyleLbl="node1" presStyleIdx="3" presStyleCnt="9"/>
      <dgm:spPr/>
    </dgm:pt>
    <dgm:pt modelId="{A3AAC6C1-8155-4077-B534-4777522D9181}" type="pres">
      <dgm:prSet presAssocID="{A373197B-DB0D-4D25-97DF-883F1AD1C667}" presName="img" presStyleLbl="fgImgPlace1" presStyleIdx="3" presStyleCnt="9"/>
      <dgm:spPr/>
    </dgm:pt>
    <dgm:pt modelId="{F9314534-3113-4852-8964-41E10BC18F13}" type="pres">
      <dgm:prSet presAssocID="{A373197B-DB0D-4D25-97DF-883F1AD1C667}" presName="text" presStyleCnt="0">
        <dgm:presLayoutVars>
          <dgm:bulletEnabled val="1"/>
        </dgm:presLayoutVars>
      </dgm:prSet>
      <dgm:spPr/>
    </dgm:pt>
    <dgm:pt modelId="{DB1C9B3F-C68F-4860-B249-24C019CBA0FF}" type="pres">
      <dgm:prSet presAssocID="{4E49603B-23CA-400D-BBC8-DF8BE2F7BA1B}" presName="spacer" presStyleCnt="0"/>
      <dgm:spPr/>
    </dgm:pt>
    <dgm:pt modelId="{5DCF0EAB-AFEB-49ED-BFD6-7DFCA3FA0667}" type="pres">
      <dgm:prSet presAssocID="{EFAAC59C-7D33-431B-8A1F-CA0432E5A1FA}" presName="comp" presStyleCnt="0"/>
      <dgm:spPr/>
    </dgm:pt>
    <dgm:pt modelId="{2A0CF0F2-55AB-4574-A071-FEC4B02F6650}" type="pres">
      <dgm:prSet presAssocID="{EFAAC59C-7D33-431B-8A1F-CA0432E5A1FA}" presName="box" presStyleLbl="node1" presStyleIdx="4" presStyleCnt="9"/>
      <dgm:spPr/>
    </dgm:pt>
    <dgm:pt modelId="{05CFF813-18AC-472D-9519-74DA7CE1F925}" type="pres">
      <dgm:prSet presAssocID="{EFAAC59C-7D33-431B-8A1F-CA0432E5A1FA}" presName="img" presStyleLbl="fgImgPlace1" presStyleIdx="4" presStyleCnt="9"/>
      <dgm:spPr/>
    </dgm:pt>
    <dgm:pt modelId="{9543665F-B7DF-4F43-9304-0B12AAD337FD}" type="pres">
      <dgm:prSet presAssocID="{EFAAC59C-7D33-431B-8A1F-CA0432E5A1FA}" presName="text" presStyleCnt="0">
        <dgm:presLayoutVars>
          <dgm:bulletEnabled val="1"/>
        </dgm:presLayoutVars>
      </dgm:prSet>
      <dgm:spPr/>
    </dgm:pt>
    <dgm:pt modelId="{3554A1CC-5072-440D-9C83-1CD578555713}" type="pres">
      <dgm:prSet presAssocID="{C300C37F-73D0-4DD7-ABCD-F8EF3D4870CF}" presName="spacer" presStyleCnt="0"/>
      <dgm:spPr/>
    </dgm:pt>
    <dgm:pt modelId="{BC6BD41D-7E62-4AA7-9F8D-8DCE947F5142}" type="pres">
      <dgm:prSet presAssocID="{CDFA84B9-096F-415A-9B8A-890566BE5CAB}" presName="comp" presStyleCnt="0"/>
      <dgm:spPr/>
    </dgm:pt>
    <dgm:pt modelId="{19CDC206-0A38-42B7-BF3E-A37C53E90FE6}" type="pres">
      <dgm:prSet presAssocID="{CDFA84B9-096F-415A-9B8A-890566BE5CAB}" presName="box" presStyleLbl="node1" presStyleIdx="5" presStyleCnt="9"/>
      <dgm:spPr/>
    </dgm:pt>
    <dgm:pt modelId="{95FF57A5-ED71-429F-9D5B-E51EE6D7EA75}" type="pres">
      <dgm:prSet presAssocID="{CDFA84B9-096F-415A-9B8A-890566BE5CAB}" presName="img" presStyleLbl="fgImgPlace1" presStyleIdx="5" presStyleCnt="9"/>
      <dgm:spPr/>
    </dgm:pt>
    <dgm:pt modelId="{939FDDD7-24EA-43D8-AC40-39D430E68632}" type="pres">
      <dgm:prSet presAssocID="{CDFA84B9-096F-415A-9B8A-890566BE5CAB}" presName="text" presStyleCnt="0">
        <dgm:presLayoutVars>
          <dgm:bulletEnabled val="1"/>
        </dgm:presLayoutVars>
      </dgm:prSet>
      <dgm:spPr/>
    </dgm:pt>
    <dgm:pt modelId="{B6CEDCAA-CCE0-4CFA-B7BF-FF184F417C3B}" type="pres">
      <dgm:prSet presAssocID="{7043C5CA-0AEC-4BB7-AA94-1358009864E1}" presName="spacer" presStyleCnt="0"/>
      <dgm:spPr/>
    </dgm:pt>
    <dgm:pt modelId="{47B39E83-B2F7-4C98-8195-64DBAB74BF05}" type="pres">
      <dgm:prSet presAssocID="{9342C7E8-25B2-481A-857C-17E6953CCDBB}" presName="comp" presStyleCnt="0"/>
      <dgm:spPr/>
    </dgm:pt>
    <dgm:pt modelId="{DE0B79E8-1345-4410-9F40-5E1A3EBF2002}" type="pres">
      <dgm:prSet presAssocID="{9342C7E8-25B2-481A-857C-17E6953CCDBB}" presName="box" presStyleLbl="node1" presStyleIdx="6" presStyleCnt="9"/>
      <dgm:spPr/>
    </dgm:pt>
    <dgm:pt modelId="{9B48C841-22C9-497E-B9F4-0756A9735BA1}" type="pres">
      <dgm:prSet presAssocID="{9342C7E8-25B2-481A-857C-17E6953CCDBB}" presName="img" presStyleLbl="fgImgPlace1" presStyleIdx="6" presStyleCnt="9"/>
      <dgm:spPr/>
    </dgm:pt>
    <dgm:pt modelId="{943AE02A-F7EE-4EA2-8050-364C70BF4289}" type="pres">
      <dgm:prSet presAssocID="{9342C7E8-25B2-481A-857C-17E6953CCDBB}" presName="text" presStyleCnt="0">
        <dgm:presLayoutVars>
          <dgm:bulletEnabled val="1"/>
        </dgm:presLayoutVars>
      </dgm:prSet>
      <dgm:spPr/>
    </dgm:pt>
    <dgm:pt modelId="{77A713B5-302F-4007-BA86-DD5CD5FADAEE}" type="pres">
      <dgm:prSet presAssocID="{CB6B8E63-4DDD-4005-A1D0-9657396C7C55}" presName="spacer" presStyleCnt="0"/>
      <dgm:spPr/>
    </dgm:pt>
    <dgm:pt modelId="{40FC0718-56A6-4FC8-AF46-C62CEBD47C6E}" type="pres">
      <dgm:prSet presAssocID="{9B3FCC69-D90A-4B8C-B14B-952F56CE3593}" presName="comp" presStyleCnt="0"/>
      <dgm:spPr/>
    </dgm:pt>
    <dgm:pt modelId="{D7042EFD-CCE5-4CA8-A3F3-419686917197}" type="pres">
      <dgm:prSet presAssocID="{9B3FCC69-D90A-4B8C-B14B-952F56CE3593}" presName="box" presStyleLbl="node1" presStyleIdx="7" presStyleCnt="9"/>
      <dgm:spPr/>
    </dgm:pt>
    <dgm:pt modelId="{496928D0-279A-404C-9494-F9AEFF1DA841}" type="pres">
      <dgm:prSet presAssocID="{9B3FCC69-D90A-4B8C-B14B-952F56CE3593}" presName="img" presStyleLbl="fgImgPlace1" presStyleIdx="7" presStyleCnt="9"/>
      <dgm:spPr/>
    </dgm:pt>
    <dgm:pt modelId="{6BC3DDFE-6E6C-4FDD-A060-90502780408B}" type="pres">
      <dgm:prSet presAssocID="{9B3FCC69-D90A-4B8C-B14B-952F56CE3593}" presName="text" presStyleCnt="0">
        <dgm:presLayoutVars>
          <dgm:bulletEnabled val="1"/>
        </dgm:presLayoutVars>
      </dgm:prSet>
      <dgm:spPr/>
    </dgm:pt>
    <dgm:pt modelId="{2A907511-2512-4DF3-8654-94AEE97BEABE}" type="pres">
      <dgm:prSet presAssocID="{21E16C35-FFFC-48AF-ACC9-821F23AE1333}" presName="spacer" presStyleCnt="0"/>
      <dgm:spPr/>
    </dgm:pt>
    <dgm:pt modelId="{C7C37455-B6E1-4A17-9E8F-A863B96D9EC5}" type="pres">
      <dgm:prSet presAssocID="{7C7EB1EF-EE42-409B-9E0A-15115F48CFAF}" presName="comp" presStyleCnt="0"/>
      <dgm:spPr/>
    </dgm:pt>
    <dgm:pt modelId="{F7325B12-B68A-4A84-8ED8-D4B790DBB36E}" type="pres">
      <dgm:prSet presAssocID="{7C7EB1EF-EE42-409B-9E0A-15115F48CFAF}" presName="box" presStyleLbl="node1" presStyleIdx="8" presStyleCnt="9"/>
      <dgm:spPr/>
    </dgm:pt>
    <dgm:pt modelId="{6E1FFB89-BF20-43BD-ACE3-941E30684381}" type="pres">
      <dgm:prSet presAssocID="{7C7EB1EF-EE42-409B-9E0A-15115F48CFAF}" presName="img" presStyleLbl="fgImgPlace1" presStyleIdx="8" presStyleCnt="9"/>
      <dgm:spPr/>
    </dgm:pt>
    <dgm:pt modelId="{F69C9C61-A40B-4B2E-B8E2-B1A4181B3902}" type="pres">
      <dgm:prSet presAssocID="{7C7EB1EF-EE42-409B-9E0A-15115F48CFAF}" presName="text" presStyleCnt="0">
        <dgm:presLayoutVars>
          <dgm:bulletEnabled val="1"/>
        </dgm:presLayoutVars>
      </dgm:prSet>
      <dgm:spPr/>
    </dgm:pt>
  </dgm:ptLst>
  <dgm:cxnLst>
    <dgm:cxn modelId="{429FFA96-0DCD-4659-A829-25C2460249F3}" srcId="{EBAE718B-9658-42D3-908B-EB4A7C9712F9}" destId="{7CA35C6E-7C46-4797-8A42-DCA022D7A785}" srcOrd="0" destOrd="0" parTransId="{FA4CC6AE-475B-4D5D-AEBF-E8621255EB5F}" sibTransId="{B3E4CB04-4EAF-415F-BAB5-2E611B0CE1CF}"/>
    <dgm:cxn modelId="{58B8E94A-885D-4961-B6C0-4FF7B721133B}" srcId="{EBAE718B-9658-42D3-908B-EB4A7C9712F9}" destId="{EC731458-ED63-4612-A93B-E863E135F146}" srcOrd="1" destOrd="0" parTransId="{8772E023-0C4B-41D8-9742-7C50A06625EA}" sibTransId="{01C7E480-9D4E-4D58-BED2-EDB0660189FB}"/>
    <dgm:cxn modelId="{705F30B9-61BB-45D8-A3F2-C51948B1D247}" srcId="{EBAE718B-9658-42D3-908B-EB4A7C9712F9}" destId="{5D781AFB-9960-4A32-96F3-2EE09084238C}" srcOrd="2" destOrd="0" parTransId="{E0FFB7BC-96A6-4A36-99AB-55244E0DB463}" sibTransId="{E2E81701-8418-44B5-9462-1AB2FC7D6CF7}"/>
    <dgm:cxn modelId="{EAA6CB6B-E210-412D-83CA-C25BB02AEBA1}" srcId="{EBAE718B-9658-42D3-908B-EB4A7C9712F9}" destId="{A373197B-DB0D-4D25-97DF-883F1AD1C667}" srcOrd="3" destOrd="0" parTransId="{7EF931AE-AF6D-4EAF-91C4-8F8B27330D0C}" sibTransId="{4E49603B-23CA-400D-BBC8-DF8BE2F7BA1B}"/>
    <dgm:cxn modelId="{CDE584E5-E18D-4506-B4F9-F536901D8BCE}" srcId="{EBAE718B-9658-42D3-908B-EB4A7C9712F9}" destId="{EFAAC59C-7D33-431B-8A1F-CA0432E5A1FA}" srcOrd="4" destOrd="0" parTransId="{A5642873-20F2-4056-BCC7-E1DD1DD8A2C1}" sibTransId="{C300C37F-73D0-4DD7-ABCD-F8EF3D4870CF}"/>
    <dgm:cxn modelId="{A81E8A88-EC5E-4079-BE7F-81386FCB21E3}" srcId="{EBAE718B-9658-42D3-908B-EB4A7C9712F9}" destId="{CDFA84B9-096F-415A-9B8A-890566BE5CAB}" srcOrd="5" destOrd="0" parTransId="{D0E8FAEB-1807-4432-9BB5-13577111776F}" sibTransId="{7043C5CA-0AEC-4BB7-AA94-1358009864E1}"/>
    <dgm:cxn modelId="{3E607007-2567-46F1-B579-38DDBB7C96F8}" srcId="{EBAE718B-9658-42D3-908B-EB4A7C9712F9}" destId="{9342C7E8-25B2-481A-857C-17E6953CCDBB}" srcOrd="6" destOrd="0" parTransId="{981C4D55-E423-40C0-891C-BB424047C3AB}" sibTransId="{CB6B8E63-4DDD-4005-A1D0-9657396C7C55}"/>
    <dgm:cxn modelId="{5979D315-BC46-47CE-83E8-3A5B247C3192}" srcId="{EBAE718B-9658-42D3-908B-EB4A7C9712F9}" destId="{9B3FCC69-D90A-4B8C-B14B-952F56CE3593}" srcOrd="7" destOrd="0" parTransId="{6566F408-C1BF-4823-B02A-D15F3569BA22}" sibTransId="{21E16C35-FFFC-48AF-ACC9-821F23AE1333}"/>
    <dgm:cxn modelId="{27A387DD-2963-4B41-9F73-6104FF3D7672}" srcId="{EBAE718B-9658-42D3-908B-EB4A7C9712F9}" destId="{7C7EB1EF-EE42-409B-9E0A-15115F48CFAF}" srcOrd="8" destOrd="0" parTransId="{C8D6C08E-C6E1-4309-8483-D779EC44C348}" sibTransId="{665D2D1D-86FC-45EB-A5D3-8A4C55326DA6}"/>
    <dgm:cxn modelId="{9BE6B37A-C362-4476-9AD8-C55A03EAD976}" type="presOf" srcId="{EBAE718B-9658-42D3-908B-EB4A7C9712F9}" destId="{9D8FDF43-5F22-4C58-95A6-F6FA2BC1C4FF}" srcOrd="0" destOrd="0" presId="urn:microsoft.com/office/officeart/2005/8/layout/vList4"/>
    <dgm:cxn modelId="{C271102C-B31D-4C57-9BFD-9F9C9931A3D5}" type="presParOf" srcId="{9D8FDF43-5F22-4C58-95A6-F6FA2BC1C4FF}" destId="{90F28F1B-BFCA-4AA0-91E0-00F817812988}" srcOrd="0" destOrd="0" presId="urn:microsoft.com/office/officeart/2005/8/layout/vList4"/>
    <dgm:cxn modelId="{2C3465D5-0681-43B5-84D0-9426226CAC54}" type="presParOf" srcId="{90F28F1B-BFCA-4AA0-91E0-00F817812988}" destId="{59E8ACA1-F6CD-4305-8E84-F80CD676165B}" srcOrd="0" destOrd="0" presId="urn:microsoft.com/office/officeart/2005/8/layout/vList4"/>
    <dgm:cxn modelId="{414604EA-82BB-48B8-B845-C87AB5A527FB}" type="presOf" srcId="{7CA35C6E-7C46-4797-8A42-DCA022D7A785}" destId="{59E8ACA1-F6CD-4305-8E84-F80CD676165B}" srcOrd="0" destOrd="0" presId="urn:microsoft.com/office/officeart/2005/8/layout/vList4"/>
    <dgm:cxn modelId="{A35F0AF0-926B-4D0B-836E-62E53DB0997D}" type="presParOf" srcId="{90F28F1B-BFCA-4AA0-91E0-00F817812988}" destId="{7D3926AE-D279-4284-8D3C-73162E8460EB}" srcOrd="1" destOrd="0" presId="urn:microsoft.com/office/officeart/2005/8/layout/vList4"/>
    <dgm:cxn modelId="{D1FDDF80-56E9-45F6-9E71-361C0E8ABEC7}" type="presParOf" srcId="{90F28F1B-BFCA-4AA0-91E0-00F817812988}" destId="{F9ED24FD-8912-4203-85DC-387A30A0B443}" srcOrd="2" destOrd="0" presId="urn:microsoft.com/office/officeart/2005/8/layout/vList4"/>
    <dgm:cxn modelId="{8C6C62C4-EFA8-4FB8-BF75-DD0FE52DBFEF}" type="presOf" srcId="{7CA35C6E-7C46-4797-8A42-DCA022D7A785}" destId="{F9ED24FD-8912-4203-85DC-387A30A0B443}" srcOrd="1" destOrd="0" presId="urn:microsoft.com/office/officeart/2005/8/layout/vList4"/>
    <dgm:cxn modelId="{FEAC464B-DA2B-4C21-AC7F-53B029670C47}" type="presParOf" srcId="{9D8FDF43-5F22-4C58-95A6-F6FA2BC1C4FF}" destId="{EA370BF9-61F4-4BBE-9D45-1C3713175010}" srcOrd="1" destOrd="0" presId="urn:microsoft.com/office/officeart/2005/8/layout/vList4"/>
    <dgm:cxn modelId="{C0F08215-F4EA-4C1F-B376-5012CBA618CE}" type="presOf" srcId="{B3E4CB04-4EAF-415F-BAB5-2E611B0CE1CF}" destId="{EA370BF9-61F4-4BBE-9D45-1C3713175010}" srcOrd="0" destOrd="0" presId="urn:microsoft.com/office/officeart/2005/8/layout/vList4"/>
    <dgm:cxn modelId="{EC355BE1-00AA-452D-8AD5-DB580FEF3980}" type="presParOf" srcId="{9D8FDF43-5F22-4C58-95A6-F6FA2BC1C4FF}" destId="{B78A8AE5-940B-473E-A110-2C683D9438AC}" srcOrd="2" destOrd="0" presId="urn:microsoft.com/office/officeart/2005/8/layout/vList4"/>
    <dgm:cxn modelId="{FC7751F3-C3BF-48E5-B42B-C82880596019}" type="presParOf" srcId="{B78A8AE5-940B-473E-A110-2C683D9438AC}" destId="{9B126EFF-1D48-49B7-B796-EAC4B5BEB6DF}" srcOrd="0" destOrd="2" presId="urn:microsoft.com/office/officeart/2005/8/layout/vList4"/>
    <dgm:cxn modelId="{8E34B00F-73DB-451A-9C94-2FB94E890EEF}" type="presOf" srcId="{EC731458-ED63-4612-A93B-E863E135F146}" destId="{9B126EFF-1D48-49B7-B796-EAC4B5BEB6DF}" srcOrd="0" destOrd="0" presId="urn:microsoft.com/office/officeart/2005/8/layout/vList4"/>
    <dgm:cxn modelId="{FB7EE55C-F3BD-47C1-A13D-8BFAAD7A09C4}" type="presParOf" srcId="{B78A8AE5-940B-473E-A110-2C683D9438AC}" destId="{69FC1EAD-F719-466B-AF91-A31982FE0DB2}" srcOrd="1" destOrd="2" presId="urn:microsoft.com/office/officeart/2005/8/layout/vList4"/>
    <dgm:cxn modelId="{30B8B81A-EC93-47F8-BB48-EB122D9E05C6}" type="presParOf" srcId="{B78A8AE5-940B-473E-A110-2C683D9438AC}" destId="{A26E5C73-8F25-49A9-9F6A-BB5F1B0BE6A4}" srcOrd="2" destOrd="2" presId="urn:microsoft.com/office/officeart/2005/8/layout/vList4"/>
    <dgm:cxn modelId="{23C35528-D1F4-4772-9ECB-0C14DC83A228}" type="presOf" srcId="{EC731458-ED63-4612-A93B-E863E135F146}" destId="{A26E5C73-8F25-49A9-9F6A-BB5F1B0BE6A4}" srcOrd="1" destOrd="0" presId="urn:microsoft.com/office/officeart/2005/8/layout/vList4"/>
    <dgm:cxn modelId="{4FB730B3-B8D2-4574-8E69-6DA7875B349A}" type="presParOf" srcId="{9D8FDF43-5F22-4C58-95A6-F6FA2BC1C4FF}" destId="{D14B2E22-1189-498D-8447-EDB87DDAC0A3}" srcOrd="3" destOrd="0" presId="urn:microsoft.com/office/officeart/2005/8/layout/vList4"/>
    <dgm:cxn modelId="{D1229150-891C-4B4F-89BE-2ADC21A4B031}" type="presOf" srcId="{01C7E480-9D4E-4D58-BED2-EDB0660189FB}" destId="{D14B2E22-1189-498D-8447-EDB87DDAC0A3}" srcOrd="0" destOrd="0" presId="urn:microsoft.com/office/officeart/2005/8/layout/vList4"/>
    <dgm:cxn modelId="{DBEF87CB-2A50-4281-BAB3-B2411A0B0C5A}" type="presParOf" srcId="{9D8FDF43-5F22-4C58-95A6-F6FA2BC1C4FF}" destId="{530B6F39-FCD9-4462-A939-0F5CDD518ADF}" srcOrd="4" destOrd="0" presId="urn:microsoft.com/office/officeart/2005/8/layout/vList4"/>
    <dgm:cxn modelId="{2917C0A8-8423-4C00-B79B-FEF0620B40DC}" type="presParOf" srcId="{530B6F39-FCD9-4462-A939-0F5CDD518ADF}" destId="{931297A6-A963-407F-A273-60A3914D3556}" srcOrd="0" destOrd="4" presId="urn:microsoft.com/office/officeart/2005/8/layout/vList4"/>
    <dgm:cxn modelId="{C114E877-7D35-4BBC-9605-257A8B9A449E}" type="presOf" srcId="{5D781AFB-9960-4A32-96F3-2EE09084238C}" destId="{931297A6-A963-407F-A273-60A3914D3556}" srcOrd="0" destOrd="0" presId="urn:microsoft.com/office/officeart/2005/8/layout/vList4"/>
    <dgm:cxn modelId="{E8CD9962-F35B-4667-83EC-0B38B8070EEB}" type="presParOf" srcId="{530B6F39-FCD9-4462-A939-0F5CDD518ADF}" destId="{F29AB54A-9804-453B-BCBF-705B6E539867}" srcOrd="1" destOrd="4" presId="urn:microsoft.com/office/officeart/2005/8/layout/vList4"/>
    <dgm:cxn modelId="{D1CFC140-1BDE-4DCE-A5CA-07BDE15B96FD}" type="presParOf" srcId="{530B6F39-FCD9-4462-A939-0F5CDD518ADF}" destId="{05F42988-54C4-45D9-BD5F-4456E0E65B00}" srcOrd="2" destOrd="4" presId="urn:microsoft.com/office/officeart/2005/8/layout/vList4"/>
    <dgm:cxn modelId="{91018C72-6E23-4560-B513-E6A239274274}" type="presOf" srcId="{5D781AFB-9960-4A32-96F3-2EE09084238C}" destId="{05F42988-54C4-45D9-BD5F-4456E0E65B00}" srcOrd="1" destOrd="0" presId="urn:microsoft.com/office/officeart/2005/8/layout/vList4"/>
    <dgm:cxn modelId="{66C29699-D505-4E4B-B592-299448F3EE70}" type="presParOf" srcId="{9D8FDF43-5F22-4C58-95A6-F6FA2BC1C4FF}" destId="{D1E3037B-FA7B-4144-B80F-2A35E5CFF531}" srcOrd="5" destOrd="0" presId="urn:microsoft.com/office/officeart/2005/8/layout/vList4"/>
    <dgm:cxn modelId="{495D8B2E-507A-43FD-8285-9C937E8AE510}" type="presOf" srcId="{E2E81701-8418-44B5-9462-1AB2FC7D6CF7}" destId="{D1E3037B-FA7B-4144-B80F-2A35E5CFF531}" srcOrd="0" destOrd="0" presId="urn:microsoft.com/office/officeart/2005/8/layout/vList4"/>
    <dgm:cxn modelId="{30382247-8B18-48D1-A307-BA5500100872}" type="presParOf" srcId="{9D8FDF43-5F22-4C58-95A6-F6FA2BC1C4FF}" destId="{EF839084-ADC3-42C1-98A8-61960F0CC398}" srcOrd="6" destOrd="0" presId="urn:microsoft.com/office/officeart/2005/8/layout/vList4"/>
    <dgm:cxn modelId="{BBBC8C7E-06BA-4F69-9094-FEC709939040}" type="presParOf" srcId="{EF839084-ADC3-42C1-98A8-61960F0CC398}" destId="{8703ACE8-FA39-41B6-90DF-3FE5CE5D2F7F}" srcOrd="0" destOrd="6" presId="urn:microsoft.com/office/officeart/2005/8/layout/vList4"/>
    <dgm:cxn modelId="{41F49D82-113A-4297-B249-A5983A2ECBCA}" type="presOf" srcId="{A373197B-DB0D-4D25-97DF-883F1AD1C667}" destId="{8703ACE8-FA39-41B6-90DF-3FE5CE5D2F7F}" srcOrd="0" destOrd="0" presId="urn:microsoft.com/office/officeart/2005/8/layout/vList4"/>
    <dgm:cxn modelId="{97313F6A-B279-48D6-B0F5-361459076BAF}" type="presParOf" srcId="{EF839084-ADC3-42C1-98A8-61960F0CC398}" destId="{A3AAC6C1-8155-4077-B534-4777522D9181}" srcOrd="1" destOrd="6" presId="urn:microsoft.com/office/officeart/2005/8/layout/vList4"/>
    <dgm:cxn modelId="{1B53920F-6D80-4EC2-87A3-281E155D926E}" type="presParOf" srcId="{EF839084-ADC3-42C1-98A8-61960F0CC398}" destId="{F9314534-3113-4852-8964-41E10BC18F13}" srcOrd="2" destOrd="6" presId="urn:microsoft.com/office/officeart/2005/8/layout/vList4"/>
    <dgm:cxn modelId="{71FB9047-9C68-42B0-9B9C-4D20B4189B8B}" type="presOf" srcId="{A373197B-DB0D-4D25-97DF-883F1AD1C667}" destId="{F9314534-3113-4852-8964-41E10BC18F13}" srcOrd="1" destOrd="0" presId="urn:microsoft.com/office/officeart/2005/8/layout/vList4"/>
    <dgm:cxn modelId="{70C7E8A5-20D3-4577-A546-2B0CBA42800F}" type="presParOf" srcId="{9D8FDF43-5F22-4C58-95A6-F6FA2BC1C4FF}" destId="{DB1C9B3F-C68F-4860-B249-24C019CBA0FF}" srcOrd="7" destOrd="0" presId="urn:microsoft.com/office/officeart/2005/8/layout/vList4"/>
    <dgm:cxn modelId="{3DBE0DA4-B51A-4D43-8BFD-E5156010C5E2}" type="presOf" srcId="{4E49603B-23CA-400D-BBC8-DF8BE2F7BA1B}" destId="{DB1C9B3F-C68F-4860-B249-24C019CBA0FF}" srcOrd="0" destOrd="0" presId="urn:microsoft.com/office/officeart/2005/8/layout/vList4"/>
    <dgm:cxn modelId="{D35D6E78-4244-4175-8AE1-98D2EF793004}" type="presParOf" srcId="{9D8FDF43-5F22-4C58-95A6-F6FA2BC1C4FF}" destId="{5DCF0EAB-AFEB-49ED-BFD6-7DFCA3FA0667}" srcOrd="8" destOrd="0" presId="urn:microsoft.com/office/officeart/2005/8/layout/vList4"/>
    <dgm:cxn modelId="{EFB15A5C-8FA5-4A35-B369-6D78DE11A361}" type="presParOf" srcId="{5DCF0EAB-AFEB-49ED-BFD6-7DFCA3FA0667}" destId="{2A0CF0F2-55AB-4574-A071-FEC4B02F6650}" srcOrd="0" destOrd="8" presId="urn:microsoft.com/office/officeart/2005/8/layout/vList4"/>
    <dgm:cxn modelId="{CF483F87-57A7-4F8D-A205-08DE4D61F34A}" type="presOf" srcId="{EFAAC59C-7D33-431B-8A1F-CA0432E5A1FA}" destId="{2A0CF0F2-55AB-4574-A071-FEC4B02F6650}" srcOrd="0" destOrd="0" presId="urn:microsoft.com/office/officeart/2005/8/layout/vList4"/>
    <dgm:cxn modelId="{7F79EBB7-675D-435A-98C7-513AF17C5CD1}" type="presParOf" srcId="{5DCF0EAB-AFEB-49ED-BFD6-7DFCA3FA0667}" destId="{05CFF813-18AC-472D-9519-74DA7CE1F925}" srcOrd="1" destOrd="8" presId="urn:microsoft.com/office/officeart/2005/8/layout/vList4"/>
    <dgm:cxn modelId="{0FEA83C7-76B8-42EB-B34E-027C8D6AFDCE}" type="presParOf" srcId="{5DCF0EAB-AFEB-49ED-BFD6-7DFCA3FA0667}" destId="{9543665F-B7DF-4F43-9304-0B12AAD337FD}" srcOrd="2" destOrd="8" presId="urn:microsoft.com/office/officeart/2005/8/layout/vList4"/>
    <dgm:cxn modelId="{97499B61-9632-4ADB-8C83-6BB9A111E609}" type="presOf" srcId="{EFAAC59C-7D33-431B-8A1F-CA0432E5A1FA}" destId="{9543665F-B7DF-4F43-9304-0B12AAD337FD}" srcOrd="1" destOrd="0" presId="urn:microsoft.com/office/officeart/2005/8/layout/vList4"/>
    <dgm:cxn modelId="{E324DF19-FFAB-48B9-BA8C-0982BFF73B11}" type="presParOf" srcId="{9D8FDF43-5F22-4C58-95A6-F6FA2BC1C4FF}" destId="{3554A1CC-5072-440D-9C83-1CD578555713}" srcOrd="9" destOrd="0" presId="urn:microsoft.com/office/officeart/2005/8/layout/vList4"/>
    <dgm:cxn modelId="{78E36152-225C-4BF0-9976-926B7A1D9F48}" type="presOf" srcId="{C300C37F-73D0-4DD7-ABCD-F8EF3D4870CF}" destId="{3554A1CC-5072-440D-9C83-1CD578555713}" srcOrd="0" destOrd="0" presId="urn:microsoft.com/office/officeart/2005/8/layout/vList4"/>
    <dgm:cxn modelId="{93882D08-8581-42D3-8341-F09EE97E0059}" type="presParOf" srcId="{9D8FDF43-5F22-4C58-95A6-F6FA2BC1C4FF}" destId="{BC6BD41D-7E62-4AA7-9F8D-8DCE947F5142}" srcOrd="10" destOrd="0" presId="urn:microsoft.com/office/officeart/2005/8/layout/vList4"/>
    <dgm:cxn modelId="{C8096B73-72E1-4DEF-ACCB-27D61098F7D3}" type="presParOf" srcId="{BC6BD41D-7E62-4AA7-9F8D-8DCE947F5142}" destId="{19CDC206-0A38-42B7-BF3E-A37C53E90FE6}" srcOrd="0" destOrd="10" presId="urn:microsoft.com/office/officeart/2005/8/layout/vList4"/>
    <dgm:cxn modelId="{09B6D394-3D68-4AF2-8C29-7ECD8061E401}" type="presOf" srcId="{CDFA84B9-096F-415A-9B8A-890566BE5CAB}" destId="{19CDC206-0A38-42B7-BF3E-A37C53E90FE6}" srcOrd="0" destOrd="0" presId="urn:microsoft.com/office/officeart/2005/8/layout/vList4"/>
    <dgm:cxn modelId="{D1EA4721-3779-4B3C-AD62-852936401BD0}" type="presParOf" srcId="{BC6BD41D-7E62-4AA7-9F8D-8DCE947F5142}" destId="{95FF57A5-ED71-429F-9D5B-E51EE6D7EA75}" srcOrd="1" destOrd="10" presId="urn:microsoft.com/office/officeart/2005/8/layout/vList4"/>
    <dgm:cxn modelId="{ACBFAE83-15D0-4CF4-9960-2FFCADD02256}" type="presParOf" srcId="{BC6BD41D-7E62-4AA7-9F8D-8DCE947F5142}" destId="{939FDDD7-24EA-43D8-AC40-39D430E68632}" srcOrd="2" destOrd="10" presId="urn:microsoft.com/office/officeart/2005/8/layout/vList4"/>
    <dgm:cxn modelId="{72BE56E2-112D-450E-8A7E-E8EE9388C72B}" type="presOf" srcId="{CDFA84B9-096F-415A-9B8A-890566BE5CAB}" destId="{939FDDD7-24EA-43D8-AC40-39D430E68632}" srcOrd="1" destOrd="0" presId="urn:microsoft.com/office/officeart/2005/8/layout/vList4"/>
    <dgm:cxn modelId="{D6FD3865-FC50-4126-AA8D-35A830243FD2}" type="presParOf" srcId="{9D8FDF43-5F22-4C58-95A6-F6FA2BC1C4FF}" destId="{B6CEDCAA-CCE0-4CFA-B7BF-FF184F417C3B}" srcOrd="11" destOrd="0" presId="urn:microsoft.com/office/officeart/2005/8/layout/vList4"/>
    <dgm:cxn modelId="{9CE536D3-B235-43D0-BE8A-CE80CCFEABCE}" type="presOf" srcId="{7043C5CA-0AEC-4BB7-AA94-1358009864E1}" destId="{B6CEDCAA-CCE0-4CFA-B7BF-FF184F417C3B}" srcOrd="0" destOrd="0" presId="urn:microsoft.com/office/officeart/2005/8/layout/vList4"/>
    <dgm:cxn modelId="{5B7954DF-24E2-4E9B-8A19-3A8E16647F54}" type="presParOf" srcId="{9D8FDF43-5F22-4C58-95A6-F6FA2BC1C4FF}" destId="{47B39E83-B2F7-4C98-8195-64DBAB74BF05}" srcOrd="12" destOrd="0" presId="urn:microsoft.com/office/officeart/2005/8/layout/vList4"/>
    <dgm:cxn modelId="{2CDD0729-9A39-455F-A8C9-2D30D2EE703B}" type="presParOf" srcId="{47B39E83-B2F7-4C98-8195-64DBAB74BF05}" destId="{DE0B79E8-1345-4410-9F40-5E1A3EBF2002}" srcOrd="0" destOrd="12" presId="urn:microsoft.com/office/officeart/2005/8/layout/vList4"/>
    <dgm:cxn modelId="{48772C21-24E6-4735-972A-1CBB438E49FB}" type="presOf" srcId="{9342C7E8-25B2-481A-857C-17E6953CCDBB}" destId="{DE0B79E8-1345-4410-9F40-5E1A3EBF2002}" srcOrd="0" destOrd="0" presId="urn:microsoft.com/office/officeart/2005/8/layout/vList4"/>
    <dgm:cxn modelId="{3B3C21E7-86BE-41B3-8319-4E3BBE974B73}" type="presParOf" srcId="{47B39E83-B2F7-4C98-8195-64DBAB74BF05}" destId="{9B48C841-22C9-497E-B9F4-0756A9735BA1}" srcOrd="1" destOrd="12" presId="urn:microsoft.com/office/officeart/2005/8/layout/vList4"/>
    <dgm:cxn modelId="{738A0E9A-45FD-4728-8C21-AB086659B3CF}" type="presParOf" srcId="{47B39E83-B2F7-4C98-8195-64DBAB74BF05}" destId="{943AE02A-F7EE-4EA2-8050-364C70BF4289}" srcOrd="2" destOrd="12" presId="urn:microsoft.com/office/officeart/2005/8/layout/vList4"/>
    <dgm:cxn modelId="{BF948B9F-BE05-4AF1-8840-7CF0E169FB3A}" type="presOf" srcId="{9342C7E8-25B2-481A-857C-17E6953CCDBB}" destId="{943AE02A-F7EE-4EA2-8050-364C70BF4289}" srcOrd="1" destOrd="0" presId="urn:microsoft.com/office/officeart/2005/8/layout/vList4"/>
    <dgm:cxn modelId="{44DE4F44-EA78-42BA-BE46-6EC90348B182}" type="presParOf" srcId="{9D8FDF43-5F22-4C58-95A6-F6FA2BC1C4FF}" destId="{77A713B5-302F-4007-BA86-DD5CD5FADAEE}" srcOrd="13" destOrd="0" presId="urn:microsoft.com/office/officeart/2005/8/layout/vList4"/>
    <dgm:cxn modelId="{9FE79027-26A1-44C4-B3F9-908CBD23D699}" type="presOf" srcId="{CB6B8E63-4DDD-4005-A1D0-9657396C7C55}" destId="{77A713B5-302F-4007-BA86-DD5CD5FADAEE}" srcOrd="0" destOrd="0" presId="urn:microsoft.com/office/officeart/2005/8/layout/vList4"/>
    <dgm:cxn modelId="{BA628A1A-1146-4E93-B93E-58C420F72571}" type="presParOf" srcId="{9D8FDF43-5F22-4C58-95A6-F6FA2BC1C4FF}" destId="{40FC0718-56A6-4FC8-AF46-C62CEBD47C6E}" srcOrd="14" destOrd="0" presId="urn:microsoft.com/office/officeart/2005/8/layout/vList4"/>
    <dgm:cxn modelId="{A3055A7A-70B8-47CB-9F55-F14BBC0EB54E}" type="presParOf" srcId="{40FC0718-56A6-4FC8-AF46-C62CEBD47C6E}" destId="{D7042EFD-CCE5-4CA8-A3F3-419686917197}" srcOrd="0" destOrd="14" presId="urn:microsoft.com/office/officeart/2005/8/layout/vList4"/>
    <dgm:cxn modelId="{E62446EF-04CE-4889-91BF-1D3BA8D50465}" type="presOf" srcId="{9B3FCC69-D90A-4B8C-B14B-952F56CE3593}" destId="{D7042EFD-CCE5-4CA8-A3F3-419686917197}" srcOrd="0" destOrd="0" presId="urn:microsoft.com/office/officeart/2005/8/layout/vList4"/>
    <dgm:cxn modelId="{7721A177-3C90-46AE-BF01-860435900084}" type="presParOf" srcId="{40FC0718-56A6-4FC8-AF46-C62CEBD47C6E}" destId="{496928D0-279A-404C-9494-F9AEFF1DA841}" srcOrd="1" destOrd="14" presId="urn:microsoft.com/office/officeart/2005/8/layout/vList4"/>
    <dgm:cxn modelId="{BBFA5751-BE1F-4815-86A2-B9CFDAA65C60}" type="presParOf" srcId="{40FC0718-56A6-4FC8-AF46-C62CEBD47C6E}" destId="{6BC3DDFE-6E6C-4FDD-A060-90502780408B}" srcOrd="2" destOrd="14" presId="urn:microsoft.com/office/officeart/2005/8/layout/vList4"/>
    <dgm:cxn modelId="{EA1CB7C1-D64C-409A-9D1C-A86678075DCA}" type="presOf" srcId="{9B3FCC69-D90A-4B8C-B14B-952F56CE3593}" destId="{6BC3DDFE-6E6C-4FDD-A060-90502780408B}" srcOrd="1" destOrd="0" presId="urn:microsoft.com/office/officeart/2005/8/layout/vList4"/>
    <dgm:cxn modelId="{7A7BBEA8-C7F0-4D66-B3DD-651D0D8E6018}" type="presParOf" srcId="{9D8FDF43-5F22-4C58-95A6-F6FA2BC1C4FF}" destId="{2A907511-2512-4DF3-8654-94AEE97BEABE}" srcOrd="15" destOrd="0" presId="urn:microsoft.com/office/officeart/2005/8/layout/vList4"/>
    <dgm:cxn modelId="{DBA34920-CC7F-47E3-AA56-95B343D3B4E6}" type="presOf" srcId="{21E16C35-FFFC-48AF-ACC9-821F23AE1333}" destId="{2A907511-2512-4DF3-8654-94AEE97BEABE}" srcOrd="0" destOrd="0" presId="urn:microsoft.com/office/officeart/2005/8/layout/vList4"/>
    <dgm:cxn modelId="{B7707A9F-3E84-47EB-9D61-551F8DAA1573}" type="presParOf" srcId="{9D8FDF43-5F22-4C58-95A6-F6FA2BC1C4FF}" destId="{C7C37455-B6E1-4A17-9E8F-A863B96D9EC5}" srcOrd="16" destOrd="0" presId="urn:microsoft.com/office/officeart/2005/8/layout/vList4"/>
    <dgm:cxn modelId="{4154F1B7-2439-4C5C-A50F-E17802EF4F73}" type="presParOf" srcId="{C7C37455-B6E1-4A17-9E8F-A863B96D9EC5}" destId="{F7325B12-B68A-4A84-8ED8-D4B790DBB36E}" srcOrd="0" destOrd="16" presId="urn:microsoft.com/office/officeart/2005/8/layout/vList4"/>
    <dgm:cxn modelId="{560121A0-BD23-4588-9C7E-36BAA7F8CD08}" type="presOf" srcId="{7C7EB1EF-EE42-409B-9E0A-15115F48CFAF}" destId="{F7325B12-B68A-4A84-8ED8-D4B790DBB36E}" srcOrd="0" destOrd="0" presId="urn:microsoft.com/office/officeart/2005/8/layout/vList4"/>
    <dgm:cxn modelId="{147B37DA-AD22-403F-B8A1-CF74806E9E55}" type="presParOf" srcId="{C7C37455-B6E1-4A17-9E8F-A863B96D9EC5}" destId="{6E1FFB89-BF20-43BD-ACE3-941E30684381}" srcOrd="1" destOrd="16" presId="urn:microsoft.com/office/officeart/2005/8/layout/vList4"/>
    <dgm:cxn modelId="{7833F691-1A27-473D-AAF0-6EE4C4DE4738}" type="presParOf" srcId="{C7C37455-B6E1-4A17-9E8F-A863B96D9EC5}" destId="{F69C9C61-A40B-4B2E-B8E2-B1A4181B3902}" srcOrd="2" destOrd="16" presId="urn:microsoft.com/office/officeart/2005/8/layout/vList4"/>
    <dgm:cxn modelId="{953B449D-1CA2-43F3-AC50-03A1AFC26F05}" type="presOf" srcId="{7C7EB1EF-EE42-409B-9E0A-15115F48CFAF}" destId="{F69C9C61-A40B-4B2E-B8E2-B1A4181B3902}" srcOrd="1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AE718B-9658-42D3-908B-EB4A7C9712F9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7CA35C6E-7C46-4797-8A42-DCA022D7A78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副镇长、驻村领导</a:t>
          </a:r>
          <a:r>
            <a:rPr lang="zh-CN" altLang="en-US"/>
            <a:t/>
          </a:r>
          <a:endParaRPr lang="zh-CN" altLang="en-US"/>
        </a:p>
      </dgm:t>
    </dgm:pt>
    <dgm:pt modelId="{FA4CC6AE-475B-4D5D-AEBF-E8621255EB5F}" cxnId="{010E7DD8-CADF-4909-A33D-2CDED4415BDD}" type="parTrans">
      <dgm:prSet/>
      <dgm:spPr/>
      <dgm:t>
        <a:bodyPr/>
        <a:p>
          <a:endParaRPr lang="zh-CN" altLang="en-US"/>
        </a:p>
      </dgm:t>
    </dgm:pt>
    <dgm:pt modelId="{B3E4CB04-4EAF-415F-BAB5-2E611B0CE1CF}" cxnId="{010E7DD8-CADF-4909-A33D-2CDED4415BDD}" type="sibTrans">
      <dgm:prSet/>
      <dgm:spPr/>
      <dgm:t>
        <a:bodyPr/>
        <a:p>
          <a:endParaRPr lang="zh-CN" altLang="en-US"/>
        </a:p>
      </dgm:t>
    </dgm:pt>
    <dgm:pt modelId="{EC731458-ED63-4612-A93B-E863E135F14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党政和人大办公室一级科员、工作组长</a:t>
          </a:r>
          <a:r>
            <a:rPr lang="zh-CN" altLang="en-US"/>
            <a:t/>
          </a:r>
          <a:endParaRPr lang="zh-CN" altLang="en-US"/>
        </a:p>
      </dgm:t>
    </dgm:pt>
    <dgm:pt modelId="{8772E023-0C4B-41D8-9742-7C50A06625EA}" cxnId="{4F50E64E-692E-4B15-84CB-96BEEDB9F8B9}" type="parTrans">
      <dgm:prSet/>
      <dgm:spPr/>
    </dgm:pt>
    <dgm:pt modelId="{01C7E480-9D4E-4D58-BED2-EDB0660189FB}" cxnId="{4F50E64E-692E-4B15-84CB-96BEEDB9F8B9}" type="sibTrans">
      <dgm:prSet/>
      <dgm:spPr/>
    </dgm:pt>
    <dgm:pt modelId="{5D781AFB-9960-4A32-96F3-2EE09084238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E0FFB7BC-96A6-4A36-99AB-55244E0DB463}" cxnId="{709AA34A-600B-49A8-8832-DBC097C5B623}" type="parTrans">
      <dgm:prSet/>
      <dgm:spPr/>
    </dgm:pt>
    <dgm:pt modelId="{E2E81701-8418-44B5-9462-1AB2FC7D6CF7}" cxnId="{709AA34A-600B-49A8-8832-DBC097C5B623}" type="sibTrans">
      <dgm:prSet/>
      <dgm:spPr/>
    </dgm:pt>
    <dgm:pt modelId="{A373197B-DB0D-4D25-97DF-883F1AD1C66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7EF931AE-AF6D-4EAF-91C4-8F8B27330D0C}" cxnId="{9FD33ACF-5813-44E3-9FFF-C3D0B77444CB}" type="parTrans">
      <dgm:prSet/>
      <dgm:spPr/>
    </dgm:pt>
    <dgm:pt modelId="{4E49603B-23CA-400D-BBC8-DF8BE2F7BA1B}" cxnId="{9FD33ACF-5813-44E3-9FFF-C3D0B77444CB}" type="sibTrans">
      <dgm:prSet/>
      <dgm:spPr/>
    </dgm:pt>
    <dgm:pt modelId="{EFAAC59C-7D33-431B-8A1F-CA0432E5A1F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A5642873-20F2-4056-BCC7-E1DD1DD8A2C1}" cxnId="{3F8F0DEE-7F6B-40A2-A3B1-0321CD22B204}" type="parTrans">
      <dgm:prSet/>
      <dgm:spPr/>
    </dgm:pt>
    <dgm:pt modelId="{C300C37F-73D0-4DD7-ABCD-F8EF3D4870CF}" cxnId="{3F8F0DEE-7F6B-40A2-A3B1-0321CD22B204}" type="sibTrans">
      <dgm:prSet/>
      <dgm:spPr/>
    </dgm:pt>
    <dgm:pt modelId="{CDFA84B9-096F-415A-9B8A-890566BE5CA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D0E8FAEB-1807-4432-9BB5-13577111776F}" cxnId="{EEC5672E-BB52-4959-813C-24AD1398979A}" type="parTrans">
      <dgm:prSet/>
      <dgm:spPr/>
    </dgm:pt>
    <dgm:pt modelId="{7043C5CA-0AEC-4BB7-AA94-1358009864E1}" cxnId="{EEC5672E-BB52-4959-813C-24AD1398979A}" type="sibTrans">
      <dgm:prSet/>
      <dgm:spPr/>
    </dgm:pt>
    <dgm:pt modelId="{9342C7E8-25B2-481A-857C-17E6953CCDB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981C4D55-E423-40C0-891C-BB424047C3AB}" cxnId="{317A5E90-B621-4EC7-844C-CA318A436849}" type="parTrans">
      <dgm:prSet/>
      <dgm:spPr/>
    </dgm:pt>
    <dgm:pt modelId="{CB6B8E63-4DDD-4005-A1D0-9657396C7C55}" cxnId="{317A5E90-B621-4EC7-844C-CA318A436849}" type="sibTrans">
      <dgm:prSet/>
      <dgm:spPr/>
    </dgm:pt>
    <dgm:pt modelId="{9B3FCC69-D90A-4B8C-B14B-952F56CE35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6566F408-C1BF-4823-B02A-D15F3569BA22}" cxnId="{26FF9EC4-0836-430B-9A12-D16330CD3B38}" type="parTrans">
      <dgm:prSet/>
      <dgm:spPr/>
      <dgm:t>
        <a:bodyPr/>
        <a:p>
          <a:endParaRPr lang="zh-CN" altLang="en-US"/>
        </a:p>
      </dgm:t>
    </dgm:pt>
    <dgm:pt modelId="{21E16C35-FFFC-48AF-ACC9-821F23AE1333}" cxnId="{26FF9EC4-0836-430B-9A12-D16330CD3B38}" type="sibTrans">
      <dgm:prSet/>
      <dgm:spPr/>
      <dgm:t>
        <a:bodyPr/>
        <a:p>
          <a:endParaRPr lang="zh-CN" altLang="en-US"/>
        </a:p>
      </dgm:t>
    </dgm:pt>
    <dgm:pt modelId="{7C7EB1EF-EE42-409B-9E0A-15115F48CFA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C8D6C08E-C6E1-4309-8483-D779EC44C348}" cxnId="{C2B60F54-1C0B-4F16-B6C3-A4F04B8AA065}" type="parTrans">
      <dgm:prSet/>
      <dgm:spPr/>
      <dgm:t>
        <a:bodyPr/>
        <a:p>
          <a:endParaRPr lang="zh-CN" altLang="en-US"/>
        </a:p>
      </dgm:t>
    </dgm:pt>
    <dgm:pt modelId="{665D2D1D-86FC-45EB-A5D3-8A4C55326DA6}" cxnId="{C2B60F54-1C0B-4F16-B6C3-A4F04B8AA065}" type="sibTrans">
      <dgm:prSet/>
      <dgm:spPr/>
      <dgm:t>
        <a:bodyPr/>
        <a:p>
          <a:endParaRPr lang="zh-CN" altLang="en-US"/>
        </a:p>
      </dgm:t>
    </dgm:pt>
    <dgm:pt modelId="{9D8FDF43-5F22-4C58-95A6-F6FA2BC1C4FF}" type="pres">
      <dgm:prSet presAssocID="{EBAE718B-9658-42D3-908B-EB4A7C9712F9}" presName="linear" presStyleCnt="0">
        <dgm:presLayoutVars>
          <dgm:dir/>
          <dgm:resizeHandles val="exact"/>
        </dgm:presLayoutVars>
      </dgm:prSet>
      <dgm:spPr/>
    </dgm:pt>
    <dgm:pt modelId="{90F28F1B-BFCA-4AA0-91E0-00F817812988}" type="pres">
      <dgm:prSet presAssocID="{7CA35C6E-7C46-4797-8A42-DCA022D7A785}" presName="comp" presStyleCnt="0"/>
      <dgm:spPr/>
    </dgm:pt>
    <dgm:pt modelId="{59E8ACA1-F6CD-4305-8E84-F80CD676165B}" type="pres">
      <dgm:prSet presAssocID="{7CA35C6E-7C46-4797-8A42-DCA022D7A785}" presName="box" presStyleLbl="node1" presStyleIdx="0" presStyleCnt="9"/>
      <dgm:spPr/>
    </dgm:pt>
    <dgm:pt modelId="{7D3926AE-D279-4284-8D3C-73162E8460EB}" type="pres">
      <dgm:prSet presAssocID="{7CA35C6E-7C46-4797-8A42-DCA022D7A785}" presName="img" presStyleLbl="fgImgPlace1" presStyleIdx="0" presStyleCnt="9"/>
      <dgm:spPr/>
    </dgm:pt>
    <dgm:pt modelId="{F9ED24FD-8912-4203-85DC-387A30A0B443}" type="pres">
      <dgm:prSet presAssocID="{7CA35C6E-7C46-4797-8A42-DCA022D7A785}" presName="text" presStyleCnt="0">
        <dgm:presLayoutVars>
          <dgm:bulletEnabled val="1"/>
        </dgm:presLayoutVars>
      </dgm:prSet>
      <dgm:spPr/>
    </dgm:pt>
    <dgm:pt modelId="{EA370BF9-61F4-4BBE-9D45-1C3713175010}" type="pres">
      <dgm:prSet presAssocID="{B3E4CB04-4EAF-415F-BAB5-2E611B0CE1CF}" presName="spacer" presStyleCnt="0"/>
      <dgm:spPr/>
    </dgm:pt>
    <dgm:pt modelId="{B78A8AE5-940B-473E-A110-2C683D9438AC}" type="pres">
      <dgm:prSet presAssocID="{EC731458-ED63-4612-A93B-E863E135F146}" presName="comp" presStyleCnt="0"/>
      <dgm:spPr/>
    </dgm:pt>
    <dgm:pt modelId="{9B126EFF-1D48-49B7-B796-EAC4B5BEB6DF}" type="pres">
      <dgm:prSet presAssocID="{EC731458-ED63-4612-A93B-E863E135F146}" presName="box" presStyleLbl="node1" presStyleIdx="1" presStyleCnt="9"/>
      <dgm:spPr/>
    </dgm:pt>
    <dgm:pt modelId="{69FC1EAD-F719-466B-AF91-A31982FE0DB2}" type="pres">
      <dgm:prSet presAssocID="{EC731458-ED63-4612-A93B-E863E135F146}" presName="img" presStyleLbl="fgImgPlace1" presStyleIdx="1" presStyleCnt="9"/>
      <dgm:spPr/>
    </dgm:pt>
    <dgm:pt modelId="{A26E5C73-8F25-49A9-9F6A-BB5F1B0BE6A4}" type="pres">
      <dgm:prSet presAssocID="{EC731458-ED63-4612-A93B-E863E135F146}" presName="text" presStyleCnt="0">
        <dgm:presLayoutVars>
          <dgm:bulletEnabled val="1"/>
        </dgm:presLayoutVars>
      </dgm:prSet>
      <dgm:spPr/>
    </dgm:pt>
    <dgm:pt modelId="{D14B2E22-1189-498D-8447-EDB87DDAC0A3}" type="pres">
      <dgm:prSet presAssocID="{01C7E480-9D4E-4D58-BED2-EDB0660189FB}" presName="spacer" presStyleCnt="0"/>
      <dgm:spPr/>
    </dgm:pt>
    <dgm:pt modelId="{530B6F39-FCD9-4462-A939-0F5CDD518ADF}" type="pres">
      <dgm:prSet presAssocID="{5D781AFB-9960-4A32-96F3-2EE09084238C}" presName="comp" presStyleCnt="0"/>
      <dgm:spPr/>
    </dgm:pt>
    <dgm:pt modelId="{931297A6-A963-407F-A273-60A3914D3556}" type="pres">
      <dgm:prSet presAssocID="{5D781AFB-9960-4A32-96F3-2EE09084238C}" presName="box" presStyleLbl="node1" presStyleIdx="2" presStyleCnt="9"/>
      <dgm:spPr/>
    </dgm:pt>
    <dgm:pt modelId="{F29AB54A-9804-453B-BCBF-705B6E539867}" type="pres">
      <dgm:prSet presAssocID="{5D781AFB-9960-4A32-96F3-2EE09084238C}" presName="img" presStyleLbl="fgImgPlace1" presStyleIdx="2" presStyleCnt="9"/>
      <dgm:spPr/>
    </dgm:pt>
    <dgm:pt modelId="{05F42988-54C4-45D9-BD5F-4456E0E65B00}" type="pres">
      <dgm:prSet presAssocID="{5D781AFB-9960-4A32-96F3-2EE09084238C}" presName="text" presStyleCnt="0">
        <dgm:presLayoutVars>
          <dgm:bulletEnabled val="1"/>
        </dgm:presLayoutVars>
      </dgm:prSet>
      <dgm:spPr/>
    </dgm:pt>
    <dgm:pt modelId="{D1E3037B-FA7B-4144-B80F-2A35E5CFF531}" type="pres">
      <dgm:prSet presAssocID="{E2E81701-8418-44B5-9462-1AB2FC7D6CF7}" presName="spacer" presStyleCnt="0"/>
      <dgm:spPr/>
    </dgm:pt>
    <dgm:pt modelId="{EF839084-ADC3-42C1-98A8-61960F0CC398}" type="pres">
      <dgm:prSet presAssocID="{A373197B-DB0D-4D25-97DF-883F1AD1C667}" presName="comp" presStyleCnt="0"/>
      <dgm:spPr/>
    </dgm:pt>
    <dgm:pt modelId="{8703ACE8-FA39-41B6-90DF-3FE5CE5D2F7F}" type="pres">
      <dgm:prSet presAssocID="{A373197B-DB0D-4D25-97DF-883F1AD1C667}" presName="box" presStyleLbl="node1" presStyleIdx="3" presStyleCnt="9"/>
      <dgm:spPr/>
    </dgm:pt>
    <dgm:pt modelId="{A3AAC6C1-8155-4077-B534-4777522D9181}" type="pres">
      <dgm:prSet presAssocID="{A373197B-DB0D-4D25-97DF-883F1AD1C667}" presName="img" presStyleLbl="fgImgPlace1" presStyleIdx="3" presStyleCnt="9"/>
      <dgm:spPr/>
    </dgm:pt>
    <dgm:pt modelId="{F9314534-3113-4852-8964-41E10BC18F13}" type="pres">
      <dgm:prSet presAssocID="{A373197B-DB0D-4D25-97DF-883F1AD1C667}" presName="text" presStyleCnt="0">
        <dgm:presLayoutVars>
          <dgm:bulletEnabled val="1"/>
        </dgm:presLayoutVars>
      </dgm:prSet>
      <dgm:spPr/>
    </dgm:pt>
    <dgm:pt modelId="{DB1C9B3F-C68F-4860-B249-24C019CBA0FF}" type="pres">
      <dgm:prSet presAssocID="{4E49603B-23CA-400D-BBC8-DF8BE2F7BA1B}" presName="spacer" presStyleCnt="0"/>
      <dgm:spPr/>
    </dgm:pt>
    <dgm:pt modelId="{5DCF0EAB-AFEB-49ED-BFD6-7DFCA3FA0667}" type="pres">
      <dgm:prSet presAssocID="{EFAAC59C-7D33-431B-8A1F-CA0432E5A1FA}" presName="comp" presStyleCnt="0"/>
      <dgm:spPr/>
    </dgm:pt>
    <dgm:pt modelId="{2A0CF0F2-55AB-4574-A071-FEC4B02F6650}" type="pres">
      <dgm:prSet presAssocID="{EFAAC59C-7D33-431B-8A1F-CA0432E5A1FA}" presName="box" presStyleLbl="node1" presStyleIdx="4" presStyleCnt="9"/>
      <dgm:spPr/>
    </dgm:pt>
    <dgm:pt modelId="{05CFF813-18AC-472D-9519-74DA7CE1F925}" type="pres">
      <dgm:prSet presAssocID="{EFAAC59C-7D33-431B-8A1F-CA0432E5A1FA}" presName="img" presStyleLbl="fgImgPlace1" presStyleIdx="4" presStyleCnt="9"/>
      <dgm:spPr/>
    </dgm:pt>
    <dgm:pt modelId="{9543665F-B7DF-4F43-9304-0B12AAD337FD}" type="pres">
      <dgm:prSet presAssocID="{EFAAC59C-7D33-431B-8A1F-CA0432E5A1FA}" presName="text" presStyleCnt="0">
        <dgm:presLayoutVars>
          <dgm:bulletEnabled val="1"/>
        </dgm:presLayoutVars>
      </dgm:prSet>
      <dgm:spPr/>
    </dgm:pt>
    <dgm:pt modelId="{3554A1CC-5072-440D-9C83-1CD578555713}" type="pres">
      <dgm:prSet presAssocID="{C300C37F-73D0-4DD7-ABCD-F8EF3D4870CF}" presName="spacer" presStyleCnt="0"/>
      <dgm:spPr/>
    </dgm:pt>
    <dgm:pt modelId="{BC6BD41D-7E62-4AA7-9F8D-8DCE947F5142}" type="pres">
      <dgm:prSet presAssocID="{CDFA84B9-096F-415A-9B8A-890566BE5CAB}" presName="comp" presStyleCnt="0"/>
      <dgm:spPr/>
    </dgm:pt>
    <dgm:pt modelId="{19CDC206-0A38-42B7-BF3E-A37C53E90FE6}" type="pres">
      <dgm:prSet presAssocID="{CDFA84B9-096F-415A-9B8A-890566BE5CAB}" presName="box" presStyleLbl="node1" presStyleIdx="5" presStyleCnt="9"/>
      <dgm:spPr/>
    </dgm:pt>
    <dgm:pt modelId="{95FF57A5-ED71-429F-9D5B-E51EE6D7EA75}" type="pres">
      <dgm:prSet presAssocID="{CDFA84B9-096F-415A-9B8A-890566BE5CAB}" presName="img" presStyleLbl="fgImgPlace1" presStyleIdx="5" presStyleCnt="9"/>
      <dgm:spPr/>
    </dgm:pt>
    <dgm:pt modelId="{939FDDD7-24EA-43D8-AC40-39D430E68632}" type="pres">
      <dgm:prSet presAssocID="{CDFA84B9-096F-415A-9B8A-890566BE5CAB}" presName="text" presStyleCnt="0">
        <dgm:presLayoutVars>
          <dgm:bulletEnabled val="1"/>
        </dgm:presLayoutVars>
      </dgm:prSet>
      <dgm:spPr/>
    </dgm:pt>
    <dgm:pt modelId="{B6CEDCAA-CCE0-4CFA-B7BF-FF184F417C3B}" type="pres">
      <dgm:prSet presAssocID="{7043C5CA-0AEC-4BB7-AA94-1358009864E1}" presName="spacer" presStyleCnt="0"/>
      <dgm:spPr/>
    </dgm:pt>
    <dgm:pt modelId="{47B39E83-B2F7-4C98-8195-64DBAB74BF05}" type="pres">
      <dgm:prSet presAssocID="{9342C7E8-25B2-481A-857C-17E6953CCDBB}" presName="comp" presStyleCnt="0"/>
      <dgm:spPr/>
    </dgm:pt>
    <dgm:pt modelId="{DE0B79E8-1345-4410-9F40-5E1A3EBF2002}" type="pres">
      <dgm:prSet presAssocID="{9342C7E8-25B2-481A-857C-17E6953CCDBB}" presName="box" presStyleLbl="node1" presStyleIdx="6" presStyleCnt="9"/>
      <dgm:spPr/>
    </dgm:pt>
    <dgm:pt modelId="{9B48C841-22C9-497E-B9F4-0756A9735BA1}" type="pres">
      <dgm:prSet presAssocID="{9342C7E8-25B2-481A-857C-17E6953CCDBB}" presName="img" presStyleLbl="fgImgPlace1" presStyleIdx="6" presStyleCnt="9"/>
      <dgm:spPr/>
    </dgm:pt>
    <dgm:pt modelId="{943AE02A-F7EE-4EA2-8050-364C70BF4289}" type="pres">
      <dgm:prSet presAssocID="{9342C7E8-25B2-481A-857C-17E6953CCDBB}" presName="text" presStyleCnt="0">
        <dgm:presLayoutVars>
          <dgm:bulletEnabled val="1"/>
        </dgm:presLayoutVars>
      </dgm:prSet>
      <dgm:spPr/>
    </dgm:pt>
    <dgm:pt modelId="{77A713B5-302F-4007-BA86-DD5CD5FADAEE}" type="pres">
      <dgm:prSet presAssocID="{CB6B8E63-4DDD-4005-A1D0-9657396C7C55}" presName="spacer" presStyleCnt="0"/>
      <dgm:spPr/>
    </dgm:pt>
    <dgm:pt modelId="{40FC0718-56A6-4FC8-AF46-C62CEBD47C6E}" type="pres">
      <dgm:prSet presAssocID="{9B3FCC69-D90A-4B8C-B14B-952F56CE3593}" presName="comp" presStyleCnt="0"/>
      <dgm:spPr/>
    </dgm:pt>
    <dgm:pt modelId="{D7042EFD-CCE5-4CA8-A3F3-419686917197}" type="pres">
      <dgm:prSet presAssocID="{9B3FCC69-D90A-4B8C-B14B-952F56CE3593}" presName="box" presStyleLbl="node1" presStyleIdx="7" presStyleCnt="9"/>
      <dgm:spPr/>
    </dgm:pt>
    <dgm:pt modelId="{496928D0-279A-404C-9494-F9AEFF1DA841}" type="pres">
      <dgm:prSet presAssocID="{9B3FCC69-D90A-4B8C-B14B-952F56CE3593}" presName="img" presStyleLbl="fgImgPlace1" presStyleIdx="7" presStyleCnt="9"/>
      <dgm:spPr/>
    </dgm:pt>
    <dgm:pt modelId="{6BC3DDFE-6E6C-4FDD-A060-90502780408B}" type="pres">
      <dgm:prSet presAssocID="{9B3FCC69-D90A-4B8C-B14B-952F56CE3593}" presName="text" presStyleCnt="0">
        <dgm:presLayoutVars>
          <dgm:bulletEnabled val="1"/>
        </dgm:presLayoutVars>
      </dgm:prSet>
      <dgm:spPr/>
    </dgm:pt>
    <dgm:pt modelId="{2A907511-2512-4DF3-8654-94AEE97BEABE}" type="pres">
      <dgm:prSet presAssocID="{21E16C35-FFFC-48AF-ACC9-821F23AE1333}" presName="spacer" presStyleCnt="0"/>
      <dgm:spPr/>
    </dgm:pt>
    <dgm:pt modelId="{C7C37455-B6E1-4A17-9E8F-A863B96D9EC5}" type="pres">
      <dgm:prSet presAssocID="{7C7EB1EF-EE42-409B-9E0A-15115F48CFAF}" presName="comp" presStyleCnt="0"/>
      <dgm:spPr/>
    </dgm:pt>
    <dgm:pt modelId="{F7325B12-B68A-4A84-8ED8-D4B790DBB36E}" type="pres">
      <dgm:prSet presAssocID="{7C7EB1EF-EE42-409B-9E0A-15115F48CFAF}" presName="box" presStyleLbl="node1" presStyleIdx="8" presStyleCnt="9"/>
      <dgm:spPr/>
    </dgm:pt>
    <dgm:pt modelId="{6E1FFB89-BF20-43BD-ACE3-941E30684381}" type="pres">
      <dgm:prSet presAssocID="{7C7EB1EF-EE42-409B-9E0A-15115F48CFAF}" presName="img" presStyleLbl="fgImgPlace1" presStyleIdx="8" presStyleCnt="9"/>
      <dgm:spPr/>
    </dgm:pt>
    <dgm:pt modelId="{F69C9C61-A40B-4B2E-B8E2-B1A4181B3902}" type="pres">
      <dgm:prSet presAssocID="{7C7EB1EF-EE42-409B-9E0A-15115F48CFAF}" presName="text" presStyleCnt="0">
        <dgm:presLayoutVars>
          <dgm:bulletEnabled val="1"/>
        </dgm:presLayoutVars>
      </dgm:prSet>
      <dgm:spPr/>
    </dgm:pt>
  </dgm:ptLst>
  <dgm:cxnLst>
    <dgm:cxn modelId="{010E7DD8-CADF-4909-A33D-2CDED4415BDD}" srcId="{EBAE718B-9658-42D3-908B-EB4A7C9712F9}" destId="{7CA35C6E-7C46-4797-8A42-DCA022D7A785}" srcOrd="0" destOrd="0" parTransId="{FA4CC6AE-475B-4D5D-AEBF-E8621255EB5F}" sibTransId="{B3E4CB04-4EAF-415F-BAB5-2E611B0CE1CF}"/>
    <dgm:cxn modelId="{4F50E64E-692E-4B15-84CB-96BEEDB9F8B9}" srcId="{EBAE718B-9658-42D3-908B-EB4A7C9712F9}" destId="{EC731458-ED63-4612-A93B-E863E135F146}" srcOrd="1" destOrd="0" parTransId="{8772E023-0C4B-41D8-9742-7C50A06625EA}" sibTransId="{01C7E480-9D4E-4D58-BED2-EDB0660189FB}"/>
    <dgm:cxn modelId="{709AA34A-600B-49A8-8832-DBC097C5B623}" srcId="{EBAE718B-9658-42D3-908B-EB4A7C9712F9}" destId="{5D781AFB-9960-4A32-96F3-2EE09084238C}" srcOrd="2" destOrd="0" parTransId="{E0FFB7BC-96A6-4A36-99AB-55244E0DB463}" sibTransId="{E2E81701-8418-44B5-9462-1AB2FC7D6CF7}"/>
    <dgm:cxn modelId="{9FD33ACF-5813-44E3-9FFF-C3D0B77444CB}" srcId="{EBAE718B-9658-42D3-908B-EB4A7C9712F9}" destId="{A373197B-DB0D-4D25-97DF-883F1AD1C667}" srcOrd="3" destOrd="0" parTransId="{7EF931AE-AF6D-4EAF-91C4-8F8B27330D0C}" sibTransId="{4E49603B-23CA-400D-BBC8-DF8BE2F7BA1B}"/>
    <dgm:cxn modelId="{3F8F0DEE-7F6B-40A2-A3B1-0321CD22B204}" srcId="{EBAE718B-9658-42D3-908B-EB4A7C9712F9}" destId="{EFAAC59C-7D33-431B-8A1F-CA0432E5A1FA}" srcOrd="4" destOrd="0" parTransId="{A5642873-20F2-4056-BCC7-E1DD1DD8A2C1}" sibTransId="{C300C37F-73D0-4DD7-ABCD-F8EF3D4870CF}"/>
    <dgm:cxn modelId="{EEC5672E-BB52-4959-813C-24AD1398979A}" srcId="{EBAE718B-9658-42D3-908B-EB4A7C9712F9}" destId="{CDFA84B9-096F-415A-9B8A-890566BE5CAB}" srcOrd="5" destOrd="0" parTransId="{D0E8FAEB-1807-4432-9BB5-13577111776F}" sibTransId="{7043C5CA-0AEC-4BB7-AA94-1358009864E1}"/>
    <dgm:cxn modelId="{317A5E90-B621-4EC7-844C-CA318A436849}" srcId="{EBAE718B-9658-42D3-908B-EB4A7C9712F9}" destId="{9342C7E8-25B2-481A-857C-17E6953CCDBB}" srcOrd="6" destOrd="0" parTransId="{981C4D55-E423-40C0-891C-BB424047C3AB}" sibTransId="{CB6B8E63-4DDD-4005-A1D0-9657396C7C55}"/>
    <dgm:cxn modelId="{26FF9EC4-0836-430B-9A12-D16330CD3B38}" srcId="{EBAE718B-9658-42D3-908B-EB4A7C9712F9}" destId="{9B3FCC69-D90A-4B8C-B14B-952F56CE3593}" srcOrd="7" destOrd="0" parTransId="{6566F408-C1BF-4823-B02A-D15F3569BA22}" sibTransId="{21E16C35-FFFC-48AF-ACC9-821F23AE1333}"/>
    <dgm:cxn modelId="{C2B60F54-1C0B-4F16-B6C3-A4F04B8AA065}" srcId="{EBAE718B-9658-42D3-908B-EB4A7C9712F9}" destId="{7C7EB1EF-EE42-409B-9E0A-15115F48CFAF}" srcOrd="8" destOrd="0" parTransId="{C8D6C08E-C6E1-4309-8483-D779EC44C348}" sibTransId="{665D2D1D-86FC-45EB-A5D3-8A4C55326DA6}"/>
    <dgm:cxn modelId="{75ED42C0-A082-4C5F-B992-31ED98CF75CC}" type="presOf" srcId="{EBAE718B-9658-42D3-908B-EB4A7C9712F9}" destId="{9D8FDF43-5F22-4C58-95A6-F6FA2BC1C4FF}" srcOrd="0" destOrd="0" presId="urn:microsoft.com/office/officeart/2005/8/layout/vList4"/>
    <dgm:cxn modelId="{5DDC81EF-F7D3-4794-B96A-2A8774E181E5}" type="presParOf" srcId="{9D8FDF43-5F22-4C58-95A6-F6FA2BC1C4FF}" destId="{90F28F1B-BFCA-4AA0-91E0-00F817812988}" srcOrd="0" destOrd="0" presId="urn:microsoft.com/office/officeart/2005/8/layout/vList4"/>
    <dgm:cxn modelId="{A0226E33-DFD7-4513-B504-ECB2F3E38B88}" type="presParOf" srcId="{90F28F1B-BFCA-4AA0-91E0-00F817812988}" destId="{59E8ACA1-F6CD-4305-8E84-F80CD676165B}" srcOrd="0" destOrd="0" presId="urn:microsoft.com/office/officeart/2005/8/layout/vList4"/>
    <dgm:cxn modelId="{495A4BC1-F53B-4123-817A-749358BB6A26}" type="presOf" srcId="{7CA35C6E-7C46-4797-8A42-DCA022D7A785}" destId="{59E8ACA1-F6CD-4305-8E84-F80CD676165B}" srcOrd="0" destOrd="0" presId="urn:microsoft.com/office/officeart/2005/8/layout/vList4"/>
    <dgm:cxn modelId="{A933B070-DE39-44D0-9A2D-0FCC0FE03A8C}" type="presParOf" srcId="{90F28F1B-BFCA-4AA0-91E0-00F817812988}" destId="{7D3926AE-D279-4284-8D3C-73162E8460EB}" srcOrd="1" destOrd="0" presId="urn:microsoft.com/office/officeart/2005/8/layout/vList4"/>
    <dgm:cxn modelId="{D2E431E5-1CE0-4A12-A1FB-4B7E02415AE2}" type="presParOf" srcId="{90F28F1B-BFCA-4AA0-91E0-00F817812988}" destId="{F9ED24FD-8912-4203-85DC-387A30A0B443}" srcOrd="2" destOrd="0" presId="urn:microsoft.com/office/officeart/2005/8/layout/vList4"/>
    <dgm:cxn modelId="{0C6ED06D-AD08-4D21-840F-CA80B734D6D6}" type="presOf" srcId="{7CA35C6E-7C46-4797-8A42-DCA022D7A785}" destId="{F9ED24FD-8912-4203-85DC-387A30A0B443}" srcOrd="1" destOrd="0" presId="urn:microsoft.com/office/officeart/2005/8/layout/vList4"/>
    <dgm:cxn modelId="{B08F3774-5701-433F-8868-82ABDEAD9136}" type="presParOf" srcId="{9D8FDF43-5F22-4C58-95A6-F6FA2BC1C4FF}" destId="{EA370BF9-61F4-4BBE-9D45-1C3713175010}" srcOrd="1" destOrd="0" presId="urn:microsoft.com/office/officeart/2005/8/layout/vList4"/>
    <dgm:cxn modelId="{9B110F6C-F26A-48ED-A362-FB3A2C412882}" type="presOf" srcId="{B3E4CB04-4EAF-415F-BAB5-2E611B0CE1CF}" destId="{EA370BF9-61F4-4BBE-9D45-1C3713175010}" srcOrd="0" destOrd="0" presId="urn:microsoft.com/office/officeart/2005/8/layout/vList4"/>
    <dgm:cxn modelId="{47F36987-8622-4456-84BF-F5C0C656E849}" type="presParOf" srcId="{9D8FDF43-5F22-4C58-95A6-F6FA2BC1C4FF}" destId="{B78A8AE5-940B-473E-A110-2C683D9438AC}" srcOrd="2" destOrd="0" presId="urn:microsoft.com/office/officeart/2005/8/layout/vList4"/>
    <dgm:cxn modelId="{260A64B5-80DD-4C10-B6C4-F3218AD4A945}" type="presParOf" srcId="{B78A8AE5-940B-473E-A110-2C683D9438AC}" destId="{9B126EFF-1D48-49B7-B796-EAC4B5BEB6DF}" srcOrd="0" destOrd="2" presId="urn:microsoft.com/office/officeart/2005/8/layout/vList4"/>
    <dgm:cxn modelId="{992E25D5-1622-40B7-A071-9118745234B1}" type="presOf" srcId="{EC731458-ED63-4612-A93B-E863E135F146}" destId="{9B126EFF-1D48-49B7-B796-EAC4B5BEB6DF}" srcOrd="0" destOrd="0" presId="urn:microsoft.com/office/officeart/2005/8/layout/vList4"/>
    <dgm:cxn modelId="{7767B649-2260-412C-B876-C58AABFAEB11}" type="presParOf" srcId="{B78A8AE5-940B-473E-A110-2C683D9438AC}" destId="{69FC1EAD-F719-466B-AF91-A31982FE0DB2}" srcOrd="1" destOrd="2" presId="urn:microsoft.com/office/officeart/2005/8/layout/vList4"/>
    <dgm:cxn modelId="{E7B2E5B9-6F14-4E5B-8332-281074944B89}" type="presParOf" srcId="{B78A8AE5-940B-473E-A110-2C683D9438AC}" destId="{A26E5C73-8F25-49A9-9F6A-BB5F1B0BE6A4}" srcOrd="2" destOrd="2" presId="urn:microsoft.com/office/officeart/2005/8/layout/vList4"/>
    <dgm:cxn modelId="{254C2E3F-C332-4414-9F33-893DA597450F}" type="presOf" srcId="{EC731458-ED63-4612-A93B-E863E135F146}" destId="{A26E5C73-8F25-49A9-9F6A-BB5F1B0BE6A4}" srcOrd="1" destOrd="0" presId="urn:microsoft.com/office/officeart/2005/8/layout/vList4"/>
    <dgm:cxn modelId="{CF873FDD-7F40-447E-91A5-79D7EB5452BA}" type="presParOf" srcId="{9D8FDF43-5F22-4C58-95A6-F6FA2BC1C4FF}" destId="{D14B2E22-1189-498D-8447-EDB87DDAC0A3}" srcOrd="3" destOrd="0" presId="urn:microsoft.com/office/officeart/2005/8/layout/vList4"/>
    <dgm:cxn modelId="{875D2F1C-B507-4179-A5BF-0CA35246B3FA}" type="presOf" srcId="{01C7E480-9D4E-4D58-BED2-EDB0660189FB}" destId="{D14B2E22-1189-498D-8447-EDB87DDAC0A3}" srcOrd="0" destOrd="0" presId="urn:microsoft.com/office/officeart/2005/8/layout/vList4"/>
    <dgm:cxn modelId="{B0A17AC3-1DD4-4747-A390-7298B04C3AAD}" type="presParOf" srcId="{9D8FDF43-5F22-4C58-95A6-F6FA2BC1C4FF}" destId="{530B6F39-FCD9-4462-A939-0F5CDD518ADF}" srcOrd="4" destOrd="0" presId="urn:microsoft.com/office/officeart/2005/8/layout/vList4"/>
    <dgm:cxn modelId="{D40448BC-518E-4E2B-82C5-D4C09BDEEFD0}" type="presParOf" srcId="{530B6F39-FCD9-4462-A939-0F5CDD518ADF}" destId="{931297A6-A963-407F-A273-60A3914D3556}" srcOrd="0" destOrd="4" presId="urn:microsoft.com/office/officeart/2005/8/layout/vList4"/>
    <dgm:cxn modelId="{2CDECC34-A469-46F3-A4E9-24852C9B3443}" type="presOf" srcId="{5D781AFB-9960-4A32-96F3-2EE09084238C}" destId="{931297A6-A963-407F-A273-60A3914D3556}" srcOrd="0" destOrd="0" presId="urn:microsoft.com/office/officeart/2005/8/layout/vList4"/>
    <dgm:cxn modelId="{903F98EC-3FD0-4AD1-8542-7E56F23CA7B6}" type="presParOf" srcId="{530B6F39-FCD9-4462-A939-0F5CDD518ADF}" destId="{F29AB54A-9804-453B-BCBF-705B6E539867}" srcOrd="1" destOrd="4" presId="urn:microsoft.com/office/officeart/2005/8/layout/vList4"/>
    <dgm:cxn modelId="{95136381-6314-496B-98AB-384DED61D900}" type="presParOf" srcId="{530B6F39-FCD9-4462-A939-0F5CDD518ADF}" destId="{05F42988-54C4-45D9-BD5F-4456E0E65B00}" srcOrd="2" destOrd="4" presId="urn:microsoft.com/office/officeart/2005/8/layout/vList4"/>
    <dgm:cxn modelId="{91F00D90-BC85-442C-8DC7-C9D1914EE29F}" type="presOf" srcId="{5D781AFB-9960-4A32-96F3-2EE09084238C}" destId="{05F42988-54C4-45D9-BD5F-4456E0E65B00}" srcOrd="1" destOrd="0" presId="urn:microsoft.com/office/officeart/2005/8/layout/vList4"/>
    <dgm:cxn modelId="{1A87D2C3-818C-4465-AD4A-05C9ABAC9F12}" type="presParOf" srcId="{9D8FDF43-5F22-4C58-95A6-F6FA2BC1C4FF}" destId="{D1E3037B-FA7B-4144-B80F-2A35E5CFF531}" srcOrd="5" destOrd="0" presId="urn:microsoft.com/office/officeart/2005/8/layout/vList4"/>
    <dgm:cxn modelId="{C579FE6D-4522-46CB-9AE3-88695EB3367E}" type="presOf" srcId="{E2E81701-8418-44B5-9462-1AB2FC7D6CF7}" destId="{D1E3037B-FA7B-4144-B80F-2A35E5CFF531}" srcOrd="0" destOrd="0" presId="urn:microsoft.com/office/officeart/2005/8/layout/vList4"/>
    <dgm:cxn modelId="{4241EADC-3BDD-4926-A536-60C0449EE3D2}" type="presParOf" srcId="{9D8FDF43-5F22-4C58-95A6-F6FA2BC1C4FF}" destId="{EF839084-ADC3-42C1-98A8-61960F0CC398}" srcOrd="6" destOrd="0" presId="urn:microsoft.com/office/officeart/2005/8/layout/vList4"/>
    <dgm:cxn modelId="{2AC42690-3A5F-4534-99AC-029978B892EB}" type="presParOf" srcId="{EF839084-ADC3-42C1-98A8-61960F0CC398}" destId="{8703ACE8-FA39-41B6-90DF-3FE5CE5D2F7F}" srcOrd="0" destOrd="6" presId="urn:microsoft.com/office/officeart/2005/8/layout/vList4"/>
    <dgm:cxn modelId="{4390D852-FFF2-4AE4-B030-A9E8EBA03B49}" type="presOf" srcId="{A373197B-DB0D-4D25-97DF-883F1AD1C667}" destId="{8703ACE8-FA39-41B6-90DF-3FE5CE5D2F7F}" srcOrd="0" destOrd="0" presId="urn:microsoft.com/office/officeart/2005/8/layout/vList4"/>
    <dgm:cxn modelId="{81BD8F58-9D5A-491E-AB3B-7E64E81B1E9E}" type="presParOf" srcId="{EF839084-ADC3-42C1-98A8-61960F0CC398}" destId="{A3AAC6C1-8155-4077-B534-4777522D9181}" srcOrd="1" destOrd="6" presId="urn:microsoft.com/office/officeart/2005/8/layout/vList4"/>
    <dgm:cxn modelId="{B245A7E9-31F4-486E-8A9D-206B32765E6C}" type="presParOf" srcId="{EF839084-ADC3-42C1-98A8-61960F0CC398}" destId="{F9314534-3113-4852-8964-41E10BC18F13}" srcOrd="2" destOrd="6" presId="urn:microsoft.com/office/officeart/2005/8/layout/vList4"/>
    <dgm:cxn modelId="{1BCD16A4-AC39-419C-B392-34E624A9057D}" type="presOf" srcId="{A373197B-DB0D-4D25-97DF-883F1AD1C667}" destId="{F9314534-3113-4852-8964-41E10BC18F13}" srcOrd="1" destOrd="0" presId="urn:microsoft.com/office/officeart/2005/8/layout/vList4"/>
    <dgm:cxn modelId="{87D9BE07-2F74-4E39-83B2-EBBFBDB90391}" type="presParOf" srcId="{9D8FDF43-5F22-4C58-95A6-F6FA2BC1C4FF}" destId="{DB1C9B3F-C68F-4860-B249-24C019CBA0FF}" srcOrd="7" destOrd="0" presId="urn:microsoft.com/office/officeart/2005/8/layout/vList4"/>
    <dgm:cxn modelId="{92217B94-599D-4E6F-90FD-F0DAF2B7EF49}" type="presOf" srcId="{4E49603B-23CA-400D-BBC8-DF8BE2F7BA1B}" destId="{DB1C9B3F-C68F-4860-B249-24C019CBA0FF}" srcOrd="0" destOrd="0" presId="urn:microsoft.com/office/officeart/2005/8/layout/vList4"/>
    <dgm:cxn modelId="{F0F50B0E-F455-4C72-918C-B384335C01F4}" type="presParOf" srcId="{9D8FDF43-5F22-4C58-95A6-F6FA2BC1C4FF}" destId="{5DCF0EAB-AFEB-49ED-BFD6-7DFCA3FA0667}" srcOrd="8" destOrd="0" presId="urn:microsoft.com/office/officeart/2005/8/layout/vList4"/>
    <dgm:cxn modelId="{39D803C0-EE54-4707-8A43-7978E0947387}" type="presParOf" srcId="{5DCF0EAB-AFEB-49ED-BFD6-7DFCA3FA0667}" destId="{2A0CF0F2-55AB-4574-A071-FEC4B02F6650}" srcOrd="0" destOrd="8" presId="urn:microsoft.com/office/officeart/2005/8/layout/vList4"/>
    <dgm:cxn modelId="{525ADC8F-CFC9-4C5D-AFEC-C6BA2871A879}" type="presOf" srcId="{EFAAC59C-7D33-431B-8A1F-CA0432E5A1FA}" destId="{2A0CF0F2-55AB-4574-A071-FEC4B02F6650}" srcOrd="0" destOrd="0" presId="urn:microsoft.com/office/officeart/2005/8/layout/vList4"/>
    <dgm:cxn modelId="{368EC92A-0224-4D6D-8F5E-1B7B9AF3E9F4}" type="presParOf" srcId="{5DCF0EAB-AFEB-49ED-BFD6-7DFCA3FA0667}" destId="{05CFF813-18AC-472D-9519-74DA7CE1F925}" srcOrd="1" destOrd="8" presId="urn:microsoft.com/office/officeart/2005/8/layout/vList4"/>
    <dgm:cxn modelId="{726F45B8-A6EE-4CCE-818C-1A4B5FCA4811}" type="presParOf" srcId="{5DCF0EAB-AFEB-49ED-BFD6-7DFCA3FA0667}" destId="{9543665F-B7DF-4F43-9304-0B12AAD337FD}" srcOrd="2" destOrd="8" presId="urn:microsoft.com/office/officeart/2005/8/layout/vList4"/>
    <dgm:cxn modelId="{71406361-74D7-4455-B669-B9F93AAE1FFC}" type="presOf" srcId="{EFAAC59C-7D33-431B-8A1F-CA0432E5A1FA}" destId="{9543665F-B7DF-4F43-9304-0B12AAD337FD}" srcOrd="1" destOrd="0" presId="urn:microsoft.com/office/officeart/2005/8/layout/vList4"/>
    <dgm:cxn modelId="{1F817464-4F04-4304-A50E-AF11BA70EA2B}" type="presParOf" srcId="{9D8FDF43-5F22-4C58-95A6-F6FA2BC1C4FF}" destId="{3554A1CC-5072-440D-9C83-1CD578555713}" srcOrd="9" destOrd="0" presId="urn:microsoft.com/office/officeart/2005/8/layout/vList4"/>
    <dgm:cxn modelId="{CA3AAC75-DAE8-4BF0-9111-7805291475BF}" type="presOf" srcId="{C300C37F-73D0-4DD7-ABCD-F8EF3D4870CF}" destId="{3554A1CC-5072-440D-9C83-1CD578555713}" srcOrd="0" destOrd="0" presId="urn:microsoft.com/office/officeart/2005/8/layout/vList4"/>
    <dgm:cxn modelId="{162F5C37-8FC9-4F0D-AD1D-B707BA827781}" type="presParOf" srcId="{9D8FDF43-5F22-4C58-95A6-F6FA2BC1C4FF}" destId="{BC6BD41D-7E62-4AA7-9F8D-8DCE947F5142}" srcOrd="10" destOrd="0" presId="urn:microsoft.com/office/officeart/2005/8/layout/vList4"/>
    <dgm:cxn modelId="{96206694-0D34-4F58-A427-16C132C103D5}" type="presParOf" srcId="{BC6BD41D-7E62-4AA7-9F8D-8DCE947F5142}" destId="{19CDC206-0A38-42B7-BF3E-A37C53E90FE6}" srcOrd="0" destOrd="10" presId="urn:microsoft.com/office/officeart/2005/8/layout/vList4"/>
    <dgm:cxn modelId="{9B904064-AAE5-4CD4-879B-71A2EEA8424C}" type="presOf" srcId="{CDFA84B9-096F-415A-9B8A-890566BE5CAB}" destId="{19CDC206-0A38-42B7-BF3E-A37C53E90FE6}" srcOrd="0" destOrd="0" presId="urn:microsoft.com/office/officeart/2005/8/layout/vList4"/>
    <dgm:cxn modelId="{E388DC63-30EC-4388-8EA2-B7D357FBB2BA}" type="presParOf" srcId="{BC6BD41D-7E62-4AA7-9F8D-8DCE947F5142}" destId="{95FF57A5-ED71-429F-9D5B-E51EE6D7EA75}" srcOrd="1" destOrd="10" presId="urn:microsoft.com/office/officeart/2005/8/layout/vList4"/>
    <dgm:cxn modelId="{3A9A3482-DF92-44EB-9557-FFDD33157FE1}" type="presParOf" srcId="{BC6BD41D-7E62-4AA7-9F8D-8DCE947F5142}" destId="{939FDDD7-24EA-43D8-AC40-39D430E68632}" srcOrd="2" destOrd="10" presId="urn:microsoft.com/office/officeart/2005/8/layout/vList4"/>
    <dgm:cxn modelId="{05D811C8-111F-4209-982B-7CE6459DC64C}" type="presOf" srcId="{CDFA84B9-096F-415A-9B8A-890566BE5CAB}" destId="{939FDDD7-24EA-43D8-AC40-39D430E68632}" srcOrd="1" destOrd="0" presId="urn:microsoft.com/office/officeart/2005/8/layout/vList4"/>
    <dgm:cxn modelId="{F18AF58D-FD2E-4C80-A5F9-834104467085}" type="presParOf" srcId="{9D8FDF43-5F22-4C58-95A6-F6FA2BC1C4FF}" destId="{B6CEDCAA-CCE0-4CFA-B7BF-FF184F417C3B}" srcOrd="11" destOrd="0" presId="urn:microsoft.com/office/officeart/2005/8/layout/vList4"/>
    <dgm:cxn modelId="{3940F5DA-62C5-439A-B4D1-89DCCAA1BB2C}" type="presOf" srcId="{7043C5CA-0AEC-4BB7-AA94-1358009864E1}" destId="{B6CEDCAA-CCE0-4CFA-B7BF-FF184F417C3B}" srcOrd="0" destOrd="0" presId="urn:microsoft.com/office/officeart/2005/8/layout/vList4"/>
    <dgm:cxn modelId="{7C1FAA7E-0840-4A84-A9F3-50B385EFB415}" type="presParOf" srcId="{9D8FDF43-5F22-4C58-95A6-F6FA2BC1C4FF}" destId="{47B39E83-B2F7-4C98-8195-64DBAB74BF05}" srcOrd="12" destOrd="0" presId="urn:microsoft.com/office/officeart/2005/8/layout/vList4"/>
    <dgm:cxn modelId="{850B2EA3-EC92-4127-931C-3080C12DF790}" type="presParOf" srcId="{47B39E83-B2F7-4C98-8195-64DBAB74BF05}" destId="{DE0B79E8-1345-4410-9F40-5E1A3EBF2002}" srcOrd="0" destOrd="12" presId="urn:microsoft.com/office/officeart/2005/8/layout/vList4"/>
    <dgm:cxn modelId="{BEE4F9BA-0E47-40B7-BC0D-BDF4BAEBCAED}" type="presOf" srcId="{9342C7E8-25B2-481A-857C-17E6953CCDBB}" destId="{DE0B79E8-1345-4410-9F40-5E1A3EBF2002}" srcOrd="0" destOrd="0" presId="urn:microsoft.com/office/officeart/2005/8/layout/vList4"/>
    <dgm:cxn modelId="{E82EE9A0-9F7A-49F3-B63A-28573BDB2308}" type="presParOf" srcId="{47B39E83-B2F7-4C98-8195-64DBAB74BF05}" destId="{9B48C841-22C9-497E-B9F4-0756A9735BA1}" srcOrd="1" destOrd="12" presId="urn:microsoft.com/office/officeart/2005/8/layout/vList4"/>
    <dgm:cxn modelId="{4C1BBE8F-B575-459A-83BA-8C298306DE8E}" type="presParOf" srcId="{47B39E83-B2F7-4C98-8195-64DBAB74BF05}" destId="{943AE02A-F7EE-4EA2-8050-364C70BF4289}" srcOrd="2" destOrd="12" presId="urn:microsoft.com/office/officeart/2005/8/layout/vList4"/>
    <dgm:cxn modelId="{093E3E38-5E8F-4B88-82DD-BBCB2F85912B}" type="presOf" srcId="{9342C7E8-25B2-481A-857C-17E6953CCDBB}" destId="{943AE02A-F7EE-4EA2-8050-364C70BF4289}" srcOrd="1" destOrd="0" presId="urn:microsoft.com/office/officeart/2005/8/layout/vList4"/>
    <dgm:cxn modelId="{295A4744-F1DC-4DB6-AC26-890CF3AD2FAD}" type="presParOf" srcId="{9D8FDF43-5F22-4C58-95A6-F6FA2BC1C4FF}" destId="{77A713B5-302F-4007-BA86-DD5CD5FADAEE}" srcOrd="13" destOrd="0" presId="urn:microsoft.com/office/officeart/2005/8/layout/vList4"/>
    <dgm:cxn modelId="{1CCBEF31-2233-46BD-BA8C-BAE1FA71D26F}" type="presOf" srcId="{CB6B8E63-4DDD-4005-A1D0-9657396C7C55}" destId="{77A713B5-302F-4007-BA86-DD5CD5FADAEE}" srcOrd="0" destOrd="0" presId="urn:microsoft.com/office/officeart/2005/8/layout/vList4"/>
    <dgm:cxn modelId="{0607B6E6-244D-44EC-8F42-7AC45D56C14A}" type="presParOf" srcId="{9D8FDF43-5F22-4C58-95A6-F6FA2BC1C4FF}" destId="{40FC0718-56A6-4FC8-AF46-C62CEBD47C6E}" srcOrd="14" destOrd="0" presId="urn:microsoft.com/office/officeart/2005/8/layout/vList4"/>
    <dgm:cxn modelId="{624A53EB-F53F-440C-A93C-3497016A30BA}" type="presParOf" srcId="{40FC0718-56A6-4FC8-AF46-C62CEBD47C6E}" destId="{D7042EFD-CCE5-4CA8-A3F3-419686917197}" srcOrd="0" destOrd="14" presId="urn:microsoft.com/office/officeart/2005/8/layout/vList4"/>
    <dgm:cxn modelId="{B38E12D8-5D9B-4188-8F39-421D988A7CCB}" type="presOf" srcId="{9B3FCC69-D90A-4B8C-B14B-952F56CE3593}" destId="{D7042EFD-CCE5-4CA8-A3F3-419686917197}" srcOrd="0" destOrd="0" presId="urn:microsoft.com/office/officeart/2005/8/layout/vList4"/>
    <dgm:cxn modelId="{86522A78-19AE-4EA3-96A8-DCBCA600656E}" type="presParOf" srcId="{40FC0718-56A6-4FC8-AF46-C62CEBD47C6E}" destId="{496928D0-279A-404C-9494-F9AEFF1DA841}" srcOrd="1" destOrd="14" presId="urn:microsoft.com/office/officeart/2005/8/layout/vList4"/>
    <dgm:cxn modelId="{1FFD0BD2-CB8E-4D38-A665-CB63E322707D}" type="presParOf" srcId="{40FC0718-56A6-4FC8-AF46-C62CEBD47C6E}" destId="{6BC3DDFE-6E6C-4FDD-A060-90502780408B}" srcOrd="2" destOrd="14" presId="urn:microsoft.com/office/officeart/2005/8/layout/vList4"/>
    <dgm:cxn modelId="{B793270E-04BB-459A-8795-B285096272F6}" type="presOf" srcId="{9B3FCC69-D90A-4B8C-B14B-952F56CE3593}" destId="{6BC3DDFE-6E6C-4FDD-A060-90502780408B}" srcOrd="1" destOrd="0" presId="urn:microsoft.com/office/officeart/2005/8/layout/vList4"/>
    <dgm:cxn modelId="{18FA11F8-F3B0-451B-96CC-A2616E212451}" type="presParOf" srcId="{9D8FDF43-5F22-4C58-95A6-F6FA2BC1C4FF}" destId="{2A907511-2512-4DF3-8654-94AEE97BEABE}" srcOrd="15" destOrd="0" presId="urn:microsoft.com/office/officeart/2005/8/layout/vList4"/>
    <dgm:cxn modelId="{5C235EB3-B3EF-4577-9763-7D8D7CE2697A}" type="presOf" srcId="{21E16C35-FFFC-48AF-ACC9-821F23AE1333}" destId="{2A907511-2512-4DF3-8654-94AEE97BEABE}" srcOrd="0" destOrd="0" presId="urn:microsoft.com/office/officeart/2005/8/layout/vList4"/>
    <dgm:cxn modelId="{5510D9F9-349F-4BEE-8ABA-0956D82F727B}" type="presParOf" srcId="{9D8FDF43-5F22-4C58-95A6-F6FA2BC1C4FF}" destId="{C7C37455-B6E1-4A17-9E8F-A863B96D9EC5}" srcOrd="16" destOrd="0" presId="urn:microsoft.com/office/officeart/2005/8/layout/vList4"/>
    <dgm:cxn modelId="{27EF1732-0B4B-4769-9AA2-EFCC174E352B}" type="presParOf" srcId="{C7C37455-B6E1-4A17-9E8F-A863B96D9EC5}" destId="{F7325B12-B68A-4A84-8ED8-D4B790DBB36E}" srcOrd="0" destOrd="16" presId="urn:microsoft.com/office/officeart/2005/8/layout/vList4"/>
    <dgm:cxn modelId="{16D2A2A0-A838-4BAC-BF68-83F574C12DAB}" type="presOf" srcId="{7C7EB1EF-EE42-409B-9E0A-15115F48CFAF}" destId="{F7325B12-B68A-4A84-8ED8-D4B790DBB36E}" srcOrd="0" destOrd="0" presId="urn:microsoft.com/office/officeart/2005/8/layout/vList4"/>
    <dgm:cxn modelId="{7A8A9328-4529-46E6-B404-201E74823AE0}" type="presParOf" srcId="{C7C37455-B6E1-4A17-9E8F-A863B96D9EC5}" destId="{6E1FFB89-BF20-43BD-ACE3-941E30684381}" srcOrd="1" destOrd="16" presId="urn:microsoft.com/office/officeart/2005/8/layout/vList4"/>
    <dgm:cxn modelId="{C2AE1C8D-86C1-4351-9E0C-6212F6DFB84C}" type="presParOf" srcId="{C7C37455-B6E1-4A17-9E8F-A863B96D9EC5}" destId="{F69C9C61-A40B-4B2E-B8E2-B1A4181B3902}" srcOrd="2" destOrd="16" presId="urn:microsoft.com/office/officeart/2005/8/layout/vList4"/>
    <dgm:cxn modelId="{F5BD3E1D-CBE0-4947-A72B-F188BC585BA7}" type="presOf" srcId="{7C7EB1EF-EE42-409B-9E0A-15115F48CFAF}" destId="{F69C9C61-A40B-4B2E-B8E2-B1A4181B3902}" srcOrd="1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3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AE718B-9658-42D3-908B-EB4A7C9712F9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7CA35C6E-7C46-4797-8A42-DCA022D7A78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包一村第一网格联防员</a:t>
          </a:r>
          <a:r>
            <a:rPr lang="zh-CN" altLang="en-US"/>
            <a:t/>
          </a:r>
          <a:endParaRPr lang="zh-CN" altLang="en-US"/>
        </a:p>
      </dgm:t>
    </dgm:pt>
    <dgm:pt modelId="{FA4CC6AE-475B-4D5D-AEBF-E8621255EB5F}" cxnId="{B2314EF4-677A-4203-8EA0-4E6141CE9B34}" type="parTrans">
      <dgm:prSet/>
      <dgm:spPr/>
      <dgm:t>
        <a:bodyPr/>
        <a:p>
          <a:endParaRPr lang="zh-CN" altLang="en-US"/>
        </a:p>
      </dgm:t>
    </dgm:pt>
    <dgm:pt modelId="{B3E4CB04-4EAF-415F-BAB5-2E611B0CE1CF}" cxnId="{B2314EF4-677A-4203-8EA0-4E6141CE9B34}" type="sibTrans">
      <dgm:prSet/>
      <dgm:spPr/>
      <dgm:t>
        <a:bodyPr/>
        <a:p>
          <a:endParaRPr lang="zh-CN" altLang="en-US"/>
        </a:p>
      </dgm:t>
    </dgm:pt>
    <dgm:pt modelId="{EC731458-ED63-4612-A93B-E863E135F14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包一村第二网格联防员</a:t>
          </a:r>
          <a:endParaRPr lang="zh-CN" altLang="en-US"/>
        </a:p>
      </dgm:t>
    </dgm:pt>
    <dgm:pt modelId="{8772E023-0C4B-41D8-9742-7C50A06625EA}" cxnId="{5064E794-C91D-42B2-8EBE-A06DBFD8FC65}" type="parTrans">
      <dgm:prSet/>
      <dgm:spPr/>
    </dgm:pt>
    <dgm:pt modelId="{01C7E480-9D4E-4D58-BED2-EDB0660189FB}" cxnId="{5064E794-C91D-42B2-8EBE-A06DBFD8FC65}" type="sibTrans">
      <dgm:prSet/>
      <dgm:spPr/>
    </dgm:pt>
    <dgm:pt modelId="{5D781AFB-9960-4A32-96F3-2EE09084238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E0FFB7BC-96A6-4A36-99AB-55244E0DB463}" cxnId="{A2C33D78-CB0E-4F06-9812-145CB9B8BAC5}" type="parTrans">
      <dgm:prSet/>
      <dgm:spPr/>
    </dgm:pt>
    <dgm:pt modelId="{E2E81701-8418-44B5-9462-1AB2FC7D6CF7}" cxnId="{A2C33D78-CB0E-4F06-9812-145CB9B8BAC5}" type="sibTrans">
      <dgm:prSet/>
      <dgm:spPr/>
    </dgm:pt>
    <dgm:pt modelId="{A373197B-DB0D-4D25-97DF-883F1AD1C66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7EF931AE-AF6D-4EAF-91C4-8F8B27330D0C}" cxnId="{8BEF507B-ABB6-435F-B703-D525550C6DC1}" type="parTrans">
      <dgm:prSet/>
      <dgm:spPr/>
    </dgm:pt>
    <dgm:pt modelId="{4E49603B-23CA-400D-BBC8-DF8BE2F7BA1B}" cxnId="{8BEF507B-ABB6-435F-B703-D525550C6DC1}" type="sibTrans">
      <dgm:prSet/>
      <dgm:spPr/>
    </dgm:pt>
    <dgm:pt modelId="{EFAAC59C-7D33-431B-8A1F-CA0432E5A1F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A5642873-20F2-4056-BCC7-E1DD1DD8A2C1}" cxnId="{018207EA-6BD8-41F3-92CE-505D83269796}" type="parTrans">
      <dgm:prSet/>
      <dgm:spPr/>
    </dgm:pt>
    <dgm:pt modelId="{C300C37F-73D0-4DD7-ABCD-F8EF3D4870CF}" cxnId="{018207EA-6BD8-41F3-92CE-505D83269796}" type="sibTrans">
      <dgm:prSet/>
      <dgm:spPr/>
    </dgm:pt>
    <dgm:pt modelId="{CDFA84B9-096F-415A-9B8A-890566BE5CA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D0E8FAEB-1807-4432-9BB5-13577111776F}" cxnId="{F59DB6EA-5E87-459B-8B1F-F2847F11D9F3}" type="parTrans">
      <dgm:prSet/>
      <dgm:spPr/>
    </dgm:pt>
    <dgm:pt modelId="{7043C5CA-0AEC-4BB7-AA94-1358009864E1}" cxnId="{F59DB6EA-5E87-459B-8B1F-F2847F11D9F3}" type="sibTrans">
      <dgm:prSet/>
      <dgm:spPr/>
    </dgm:pt>
    <dgm:pt modelId="{9342C7E8-25B2-481A-857C-17E6953CCDB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981C4D55-E423-40C0-891C-BB424047C3AB}" cxnId="{38687BA3-2D03-4159-94A2-2C34CB7E304A}" type="parTrans">
      <dgm:prSet/>
      <dgm:spPr/>
    </dgm:pt>
    <dgm:pt modelId="{CB6B8E63-4DDD-4005-A1D0-9657396C7C55}" cxnId="{38687BA3-2D03-4159-94A2-2C34CB7E304A}" type="sibTrans">
      <dgm:prSet/>
      <dgm:spPr/>
    </dgm:pt>
    <dgm:pt modelId="{9B3FCC69-D90A-4B8C-B14B-952F56CE35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r>
            <a:rPr lang="zh-CN" altLang="en-US"/>
            <a:t/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r>
            <a:rPr lang="zh-CN" altLang="en-US"/>
            <a:t/>
          </a:r>
          <a:endParaRPr lang="zh-CN" altLang="en-US"/>
        </a:p>
      </dgm:t>
    </dgm:pt>
    <dgm:pt modelId="{6566F408-C1BF-4823-B02A-D15F3569BA22}" cxnId="{775D76B1-3F0F-4690-A7A2-C493B3CA6753}" type="parTrans">
      <dgm:prSet/>
      <dgm:spPr/>
      <dgm:t>
        <a:bodyPr/>
        <a:p>
          <a:endParaRPr lang="zh-CN" altLang="en-US"/>
        </a:p>
      </dgm:t>
    </dgm:pt>
    <dgm:pt modelId="{21E16C35-FFFC-48AF-ACC9-821F23AE1333}" cxnId="{775D76B1-3F0F-4690-A7A2-C493B3CA6753}" type="sibTrans">
      <dgm:prSet/>
      <dgm:spPr/>
      <dgm:t>
        <a:bodyPr/>
        <a:p>
          <a:endParaRPr lang="zh-CN" altLang="en-US"/>
        </a:p>
      </dgm:t>
    </dgm:pt>
    <dgm:pt modelId="{9D8FDF43-5F22-4C58-95A6-F6FA2BC1C4FF}" type="pres">
      <dgm:prSet presAssocID="{EBAE718B-9658-42D3-908B-EB4A7C9712F9}" presName="linear" presStyleCnt="0">
        <dgm:presLayoutVars>
          <dgm:dir/>
          <dgm:resizeHandles val="exact"/>
        </dgm:presLayoutVars>
      </dgm:prSet>
      <dgm:spPr/>
    </dgm:pt>
    <dgm:pt modelId="{90F28F1B-BFCA-4AA0-91E0-00F817812988}" type="pres">
      <dgm:prSet presAssocID="{7CA35C6E-7C46-4797-8A42-DCA022D7A785}" presName="comp" presStyleCnt="0"/>
      <dgm:spPr/>
    </dgm:pt>
    <dgm:pt modelId="{59E8ACA1-F6CD-4305-8E84-F80CD676165B}" type="pres">
      <dgm:prSet presAssocID="{7CA35C6E-7C46-4797-8A42-DCA022D7A785}" presName="box" presStyleLbl="node1" presStyleIdx="0" presStyleCnt="8"/>
      <dgm:spPr/>
    </dgm:pt>
    <dgm:pt modelId="{7D3926AE-D279-4284-8D3C-73162E8460EB}" type="pres">
      <dgm:prSet presAssocID="{7CA35C6E-7C46-4797-8A42-DCA022D7A785}" presName="img" presStyleLbl="fgImgPlace1" presStyleIdx="0" presStyleCnt="8"/>
      <dgm:spPr/>
    </dgm:pt>
    <dgm:pt modelId="{F9ED24FD-8912-4203-85DC-387A30A0B443}" type="pres">
      <dgm:prSet presAssocID="{7CA35C6E-7C46-4797-8A42-DCA022D7A785}" presName="text" presStyleCnt="0">
        <dgm:presLayoutVars>
          <dgm:bulletEnabled val="1"/>
        </dgm:presLayoutVars>
      </dgm:prSet>
      <dgm:spPr/>
    </dgm:pt>
    <dgm:pt modelId="{EA370BF9-61F4-4BBE-9D45-1C3713175010}" type="pres">
      <dgm:prSet presAssocID="{B3E4CB04-4EAF-415F-BAB5-2E611B0CE1CF}" presName="spacer" presStyleCnt="0"/>
      <dgm:spPr/>
    </dgm:pt>
    <dgm:pt modelId="{B78A8AE5-940B-473E-A110-2C683D9438AC}" type="pres">
      <dgm:prSet presAssocID="{EC731458-ED63-4612-A93B-E863E135F146}" presName="comp" presStyleCnt="0"/>
      <dgm:spPr/>
    </dgm:pt>
    <dgm:pt modelId="{9B126EFF-1D48-49B7-B796-EAC4B5BEB6DF}" type="pres">
      <dgm:prSet presAssocID="{EC731458-ED63-4612-A93B-E863E135F146}" presName="box" presStyleLbl="node1" presStyleIdx="1" presStyleCnt="8"/>
      <dgm:spPr/>
    </dgm:pt>
    <dgm:pt modelId="{69FC1EAD-F719-466B-AF91-A31982FE0DB2}" type="pres">
      <dgm:prSet presAssocID="{EC731458-ED63-4612-A93B-E863E135F146}" presName="img" presStyleLbl="fgImgPlace1" presStyleIdx="1" presStyleCnt="8"/>
      <dgm:spPr/>
    </dgm:pt>
    <dgm:pt modelId="{A26E5C73-8F25-49A9-9F6A-BB5F1B0BE6A4}" type="pres">
      <dgm:prSet presAssocID="{EC731458-ED63-4612-A93B-E863E135F146}" presName="text" presStyleCnt="0">
        <dgm:presLayoutVars>
          <dgm:bulletEnabled val="1"/>
        </dgm:presLayoutVars>
      </dgm:prSet>
      <dgm:spPr/>
    </dgm:pt>
    <dgm:pt modelId="{D14B2E22-1189-498D-8447-EDB87DDAC0A3}" type="pres">
      <dgm:prSet presAssocID="{01C7E480-9D4E-4D58-BED2-EDB0660189FB}" presName="spacer" presStyleCnt="0"/>
      <dgm:spPr/>
    </dgm:pt>
    <dgm:pt modelId="{530B6F39-FCD9-4462-A939-0F5CDD518ADF}" type="pres">
      <dgm:prSet presAssocID="{5D781AFB-9960-4A32-96F3-2EE09084238C}" presName="comp" presStyleCnt="0"/>
      <dgm:spPr/>
    </dgm:pt>
    <dgm:pt modelId="{931297A6-A963-407F-A273-60A3914D3556}" type="pres">
      <dgm:prSet presAssocID="{5D781AFB-9960-4A32-96F3-2EE09084238C}" presName="box" presStyleLbl="node1" presStyleIdx="2" presStyleCnt="8"/>
      <dgm:spPr/>
    </dgm:pt>
    <dgm:pt modelId="{F29AB54A-9804-453B-BCBF-705B6E539867}" type="pres">
      <dgm:prSet presAssocID="{5D781AFB-9960-4A32-96F3-2EE09084238C}" presName="img" presStyleLbl="fgImgPlace1" presStyleIdx="2" presStyleCnt="8"/>
      <dgm:spPr/>
    </dgm:pt>
    <dgm:pt modelId="{05F42988-54C4-45D9-BD5F-4456E0E65B00}" type="pres">
      <dgm:prSet presAssocID="{5D781AFB-9960-4A32-96F3-2EE09084238C}" presName="text" presStyleCnt="0">
        <dgm:presLayoutVars>
          <dgm:bulletEnabled val="1"/>
        </dgm:presLayoutVars>
      </dgm:prSet>
      <dgm:spPr/>
    </dgm:pt>
    <dgm:pt modelId="{D1E3037B-FA7B-4144-B80F-2A35E5CFF531}" type="pres">
      <dgm:prSet presAssocID="{E2E81701-8418-44B5-9462-1AB2FC7D6CF7}" presName="spacer" presStyleCnt="0"/>
      <dgm:spPr/>
    </dgm:pt>
    <dgm:pt modelId="{EF839084-ADC3-42C1-98A8-61960F0CC398}" type="pres">
      <dgm:prSet presAssocID="{A373197B-DB0D-4D25-97DF-883F1AD1C667}" presName="comp" presStyleCnt="0"/>
      <dgm:spPr/>
    </dgm:pt>
    <dgm:pt modelId="{8703ACE8-FA39-41B6-90DF-3FE5CE5D2F7F}" type="pres">
      <dgm:prSet presAssocID="{A373197B-DB0D-4D25-97DF-883F1AD1C667}" presName="box" presStyleLbl="node1" presStyleIdx="3" presStyleCnt="8"/>
      <dgm:spPr/>
    </dgm:pt>
    <dgm:pt modelId="{A3AAC6C1-8155-4077-B534-4777522D9181}" type="pres">
      <dgm:prSet presAssocID="{A373197B-DB0D-4D25-97DF-883F1AD1C667}" presName="img" presStyleLbl="fgImgPlace1" presStyleIdx="3" presStyleCnt="8"/>
      <dgm:spPr/>
    </dgm:pt>
    <dgm:pt modelId="{F9314534-3113-4852-8964-41E10BC18F13}" type="pres">
      <dgm:prSet presAssocID="{A373197B-DB0D-4D25-97DF-883F1AD1C667}" presName="text" presStyleCnt="0">
        <dgm:presLayoutVars>
          <dgm:bulletEnabled val="1"/>
        </dgm:presLayoutVars>
      </dgm:prSet>
      <dgm:spPr/>
    </dgm:pt>
    <dgm:pt modelId="{DB1C9B3F-C68F-4860-B249-24C019CBA0FF}" type="pres">
      <dgm:prSet presAssocID="{4E49603B-23CA-400D-BBC8-DF8BE2F7BA1B}" presName="spacer" presStyleCnt="0"/>
      <dgm:spPr/>
    </dgm:pt>
    <dgm:pt modelId="{5DCF0EAB-AFEB-49ED-BFD6-7DFCA3FA0667}" type="pres">
      <dgm:prSet presAssocID="{EFAAC59C-7D33-431B-8A1F-CA0432E5A1FA}" presName="comp" presStyleCnt="0"/>
      <dgm:spPr/>
    </dgm:pt>
    <dgm:pt modelId="{2A0CF0F2-55AB-4574-A071-FEC4B02F6650}" type="pres">
      <dgm:prSet presAssocID="{EFAAC59C-7D33-431B-8A1F-CA0432E5A1FA}" presName="box" presStyleLbl="node1" presStyleIdx="4" presStyleCnt="8"/>
      <dgm:spPr/>
    </dgm:pt>
    <dgm:pt modelId="{05CFF813-18AC-472D-9519-74DA7CE1F925}" type="pres">
      <dgm:prSet presAssocID="{EFAAC59C-7D33-431B-8A1F-CA0432E5A1FA}" presName="img" presStyleLbl="fgImgPlace1" presStyleIdx="4" presStyleCnt="8"/>
      <dgm:spPr/>
    </dgm:pt>
    <dgm:pt modelId="{9543665F-B7DF-4F43-9304-0B12AAD337FD}" type="pres">
      <dgm:prSet presAssocID="{EFAAC59C-7D33-431B-8A1F-CA0432E5A1FA}" presName="text" presStyleCnt="0">
        <dgm:presLayoutVars>
          <dgm:bulletEnabled val="1"/>
        </dgm:presLayoutVars>
      </dgm:prSet>
      <dgm:spPr/>
    </dgm:pt>
    <dgm:pt modelId="{3554A1CC-5072-440D-9C83-1CD578555713}" type="pres">
      <dgm:prSet presAssocID="{C300C37F-73D0-4DD7-ABCD-F8EF3D4870CF}" presName="spacer" presStyleCnt="0"/>
      <dgm:spPr/>
    </dgm:pt>
    <dgm:pt modelId="{BC6BD41D-7E62-4AA7-9F8D-8DCE947F5142}" type="pres">
      <dgm:prSet presAssocID="{CDFA84B9-096F-415A-9B8A-890566BE5CAB}" presName="comp" presStyleCnt="0"/>
      <dgm:spPr/>
    </dgm:pt>
    <dgm:pt modelId="{19CDC206-0A38-42B7-BF3E-A37C53E90FE6}" type="pres">
      <dgm:prSet presAssocID="{CDFA84B9-096F-415A-9B8A-890566BE5CAB}" presName="box" presStyleLbl="node1" presStyleIdx="5" presStyleCnt="8"/>
      <dgm:spPr/>
    </dgm:pt>
    <dgm:pt modelId="{95FF57A5-ED71-429F-9D5B-E51EE6D7EA75}" type="pres">
      <dgm:prSet presAssocID="{CDFA84B9-096F-415A-9B8A-890566BE5CAB}" presName="img" presStyleLbl="fgImgPlace1" presStyleIdx="5" presStyleCnt="8"/>
      <dgm:spPr/>
    </dgm:pt>
    <dgm:pt modelId="{939FDDD7-24EA-43D8-AC40-39D430E68632}" type="pres">
      <dgm:prSet presAssocID="{CDFA84B9-096F-415A-9B8A-890566BE5CAB}" presName="text" presStyleCnt="0">
        <dgm:presLayoutVars>
          <dgm:bulletEnabled val="1"/>
        </dgm:presLayoutVars>
      </dgm:prSet>
      <dgm:spPr/>
    </dgm:pt>
    <dgm:pt modelId="{B6CEDCAA-CCE0-4CFA-B7BF-FF184F417C3B}" type="pres">
      <dgm:prSet presAssocID="{7043C5CA-0AEC-4BB7-AA94-1358009864E1}" presName="spacer" presStyleCnt="0"/>
      <dgm:spPr/>
    </dgm:pt>
    <dgm:pt modelId="{47B39E83-B2F7-4C98-8195-64DBAB74BF05}" type="pres">
      <dgm:prSet presAssocID="{9342C7E8-25B2-481A-857C-17E6953CCDBB}" presName="comp" presStyleCnt="0"/>
      <dgm:spPr/>
    </dgm:pt>
    <dgm:pt modelId="{DE0B79E8-1345-4410-9F40-5E1A3EBF2002}" type="pres">
      <dgm:prSet presAssocID="{9342C7E8-25B2-481A-857C-17E6953CCDBB}" presName="box" presStyleLbl="node1" presStyleIdx="6" presStyleCnt="8"/>
      <dgm:spPr/>
    </dgm:pt>
    <dgm:pt modelId="{9B48C841-22C9-497E-B9F4-0756A9735BA1}" type="pres">
      <dgm:prSet presAssocID="{9342C7E8-25B2-481A-857C-17E6953CCDBB}" presName="img" presStyleLbl="fgImgPlace1" presStyleIdx="6" presStyleCnt="8"/>
      <dgm:spPr/>
    </dgm:pt>
    <dgm:pt modelId="{943AE02A-F7EE-4EA2-8050-364C70BF4289}" type="pres">
      <dgm:prSet presAssocID="{9342C7E8-25B2-481A-857C-17E6953CCDBB}" presName="text" presStyleCnt="0">
        <dgm:presLayoutVars>
          <dgm:bulletEnabled val="1"/>
        </dgm:presLayoutVars>
      </dgm:prSet>
      <dgm:spPr/>
    </dgm:pt>
    <dgm:pt modelId="{77A713B5-302F-4007-BA86-DD5CD5FADAEE}" type="pres">
      <dgm:prSet presAssocID="{CB6B8E63-4DDD-4005-A1D0-9657396C7C55}" presName="spacer" presStyleCnt="0"/>
      <dgm:spPr/>
    </dgm:pt>
    <dgm:pt modelId="{40FC0718-56A6-4FC8-AF46-C62CEBD47C6E}" type="pres">
      <dgm:prSet presAssocID="{9B3FCC69-D90A-4B8C-B14B-952F56CE3593}" presName="comp" presStyleCnt="0"/>
      <dgm:spPr/>
    </dgm:pt>
    <dgm:pt modelId="{D7042EFD-CCE5-4CA8-A3F3-419686917197}" type="pres">
      <dgm:prSet presAssocID="{9B3FCC69-D90A-4B8C-B14B-952F56CE3593}" presName="box" presStyleLbl="node1" presStyleIdx="7" presStyleCnt="8"/>
      <dgm:spPr/>
    </dgm:pt>
    <dgm:pt modelId="{496928D0-279A-404C-9494-F9AEFF1DA841}" type="pres">
      <dgm:prSet presAssocID="{9B3FCC69-D90A-4B8C-B14B-952F56CE3593}" presName="img" presStyleLbl="fgImgPlace1" presStyleIdx="7" presStyleCnt="8"/>
      <dgm:spPr/>
    </dgm:pt>
    <dgm:pt modelId="{6BC3DDFE-6E6C-4FDD-A060-90502780408B}" type="pres">
      <dgm:prSet presAssocID="{9B3FCC69-D90A-4B8C-B14B-952F56CE3593}" presName="text" presStyleCnt="0">
        <dgm:presLayoutVars>
          <dgm:bulletEnabled val="1"/>
        </dgm:presLayoutVars>
      </dgm:prSet>
      <dgm:spPr/>
    </dgm:pt>
  </dgm:ptLst>
  <dgm:cxnLst>
    <dgm:cxn modelId="{B2314EF4-677A-4203-8EA0-4E6141CE9B34}" srcId="{EBAE718B-9658-42D3-908B-EB4A7C9712F9}" destId="{7CA35C6E-7C46-4797-8A42-DCA022D7A785}" srcOrd="0" destOrd="0" parTransId="{FA4CC6AE-475B-4D5D-AEBF-E8621255EB5F}" sibTransId="{B3E4CB04-4EAF-415F-BAB5-2E611B0CE1CF}"/>
    <dgm:cxn modelId="{5064E794-C91D-42B2-8EBE-A06DBFD8FC65}" srcId="{EBAE718B-9658-42D3-908B-EB4A7C9712F9}" destId="{EC731458-ED63-4612-A93B-E863E135F146}" srcOrd="1" destOrd="0" parTransId="{8772E023-0C4B-41D8-9742-7C50A06625EA}" sibTransId="{01C7E480-9D4E-4D58-BED2-EDB0660189FB}"/>
    <dgm:cxn modelId="{A2C33D78-CB0E-4F06-9812-145CB9B8BAC5}" srcId="{EBAE718B-9658-42D3-908B-EB4A7C9712F9}" destId="{5D781AFB-9960-4A32-96F3-2EE09084238C}" srcOrd="2" destOrd="0" parTransId="{E0FFB7BC-96A6-4A36-99AB-55244E0DB463}" sibTransId="{E2E81701-8418-44B5-9462-1AB2FC7D6CF7}"/>
    <dgm:cxn modelId="{8BEF507B-ABB6-435F-B703-D525550C6DC1}" srcId="{EBAE718B-9658-42D3-908B-EB4A7C9712F9}" destId="{A373197B-DB0D-4D25-97DF-883F1AD1C667}" srcOrd="3" destOrd="0" parTransId="{7EF931AE-AF6D-4EAF-91C4-8F8B27330D0C}" sibTransId="{4E49603B-23CA-400D-BBC8-DF8BE2F7BA1B}"/>
    <dgm:cxn modelId="{018207EA-6BD8-41F3-92CE-505D83269796}" srcId="{EBAE718B-9658-42D3-908B-EB4A7C9712F9}" destId="{EFAAC59C-7D33-431B-8A1F-CA0432E5A1FA}" srcOrd="4" destOrd="0" parTransId="{A5642873-20F2-4056-BCC7-E1DD1DD8A2C1}" sibTransId="{C300C37F-73D0-4DD7-ABCD-F8EF3D4870CF}"/>
    <dgm:cxn modelId="{F59DB6EA-5E87-459B-8B1F-F2847F11D9F3}" srcId="{EBAE718B-9658-42D3-908B-EB4A7C9712F9}" destId="{CDFA84B9-096F-415A-9B8A-890566BE5CAB}" srcOrd="5" destOrd="0" parTransId="{D0E8FAEB-1807-4432-9BB5-13577111776F}" sibTransId="{7043C5CA-0AEC-4BB7-AA94-1358009864E1}"/>
    <dgm:cxn modelId="{38687BA3-2D03-4159-94A2-2C34CB7E304A}" srcId="{EBAE718B-9658-42D3-908B-EB4A7C9712F9}" destId="{9342C7E8-25B2-481A-857C-17E6953CCDBB}" srcOrd="6" destOrd="0" parTransId="{981C4D55-E423-40C0-891C-BB424047C3AB}" sibTransId="{CB6B8E63-4DDD-4005-A1D0-9657396C7C55}"/>
    <dgm:cxn modelId="{775D76B1-3F0F-4690-A7A2-C493B3CA6753}" srcId="{EBAE718B-9658-42D3-908B-EB4A7C9712F9}" destId="{9B3FCC69-D90A-4B8C-B14B-952F56CE3593}" srcOrd="7" destOrd="0" parTransId="{6566F408-C1BF-4823-B02A-D15F3569BA22}" sibTransId="{21E16C35-FFFC-48AF-ACC9-821F23AE1333}"/>
    <dgm:cxn modelId="{923E2DD6-374B-4A00-ADE2-A81BAF15D6C7}" type="presOf" srcId="{EBAE718B-9658-42D3-908B-EB4A7C9712F9}" destId="{9D8FDF43-5F22-4C58-95A6-F6FA2BC1C4FF}" srcOrd="0" destOrd="0" presId="urn:microsoft.com/office/officeart/2005/8/layout/vList4"/>
    <dgm:cxn modelId="{9E843772-C864-487E-A5C4-943276BABA3D}" type="presParOf" srcId="{9D8FDF43-5F22-4C58-95A6-F6FA2BC1C4FF}" destId="{90F28F1B-BFCA-4AA0-91E0-00F817812988}" srcOrd="0" destOrd="0" presId="urn:microsoft.com/office/officeart/2005/8/layout/vList4"/>
    <dgm:cxn modelId="{AA7B2C1E-D87D-43D6-955C-C2072CE51887}" type="presParOf" srcId="{90F28F1B-BFCA-4AA0-91E0-00F817812988}" destId="{59E8ACA1-F6CD-4305-8E84-F80CD676165B}" srcOrd="0" destOrd="0" presId="urn:microsoft.com/office/officeart/2005/8/layout/vList4"/>
    <dgm:cxn modelId="{21946CD0-4317-41A5-89A8-C7007C8DE9F6}" type="presOf" srcId="{7CA35C6E-7C46-4797-8A42-DCA022D7A785}" destId="{59E8ACA1-F6CD-4305-8E84-F80CD676165B}" srcOrd="0" destOrd="0" presId="urn:microsoft.com/office/officeart/2005/8/layout/vList4"/>
    <dgm:cxn modelId="{28275B00-8221-4B0F-8350-991651D72A6E}" type="presParOf" srcId="{90F28F1B-BFCA-4AA0-91E0-00F817812988}" destId="{7D3926AE-D279-4284-8D3C-73162E8460EB}" srcOrd="1" destOrd="0" presId="urn:microsoft.com/office/officeart/2005/8/layout/vList4"/>
    <dgm:cxn modelId="{A3AF0E6F-72BC-4A52-8AF5-4785ACD06549}" type="presParOf" srcId="{90F28F1B-BFCA-4AA0-91E0-00F817812988}" destId="{F9ED24FD-8912-4203-85DC-387A30A0B443}" srcOrd="2" destOrd="0" presId="urn:microsoft.com/office/officeart/2005/8/layout/vList4"/>
    <dgm:cxn modelId="{01018D37-ACD7-4A71-9ECA-F751EAEC5098}" type="presOf" srcId="{7CA35C6E-7C46-4797-8A42-DCA022D7A785}" destId="{F9ED24FD-8912-4203-85DC-387A30A0B443}" srcOrd="1" destOrd="0" presId="urn:microsoft.com/office/officeart/2005/8/layout/vList4"/>
    <dgm:cxn modelId="{FD0F12A6-AEDA-4A42-B1C8-58439C50022F}" type="presParOf" srcId="{9D8FDF43-5F22-4C58-95A6-F6FA2BC1C4FF}" destId="{EA370BF9-61F4-4BBE-9D45-1C3713175010}" srcOrd="1" destOrd="0" presId="urn:microsoft.com/office/officeart/2005/8/layout/vList4"/>
    <dgm:cxn modelId="{BA202B26-F37F-4815-8CFD-318A5E3C014D}" type="presOf" srcId="{B3E4CB04-4EAF-415F-BAB5-2E611B0CE1CF}" destId="{EA370BF9-61F4-4BBE-9D45-1C3713175010}" srcOrd="0" destOrd="0" presId="urn:microsoft.com/office/officeart/2005/8/layout/vList4"/>
    <dgm:cxn modelId="{6767A562-8020-4ACC-819E-238CABF0CEBC}" type="presParOf" srcId="{9D8FDF43-5F22-4C58-95A6-F6FA2BC1C4FF}" destId="{B78A8AE5-940B-473E-A110-2C683D9438AC}" srcOrd="2" destOrd="0" presId="urn:microsoft.com/office/officeart/2005/8/layout/vList4"/>
    <dgm:cxn modelId="{5627AB62-343A-4187-AB9E-DA7688992026}" type="presParOf" srcId="{B78A8AE5-940B-473E-A110-2C683D9438AC}" destId="{9B126EFF-1D48-49B7-B796-EAC4B5BEB6DF}" srcOrd="0" destOrd="2" presId="urn:microsoft.com/office/officeart/2005/8/layout/vList4"/>
    <dgm:cxn modelId="{885EFC74-1DE8-4F0B-A5D9-10F35DB41884}" type="presOf" srcId="{EC731458-ED63-4612-A93B-E863E135F146}" destId="{9B126EFF-1D48-49B7-B796-EAC4B5BEB6DF}" srcOrd="0" destOrd="0" presId="urn:microsoft.com/office/officeart/2005/8/layout/vList4"/>
    <dgm:cxn modelId="{D5A0D026-964F-4A8C-8315-E9BFA7E895B9}" type="presParOf" srcId="{B78A8AE5-940B-473E-A110-2C683D9438AC}" destId="{69FC1EAD-F719-466B-AF91-A31982FE0DB2}" srcOrd="1" destOrd="2" presId="urn:microsoft.com/office/officeart/2005/8/layout/vList4"/>
    <dgm:cxn modelId="{18A50E5F-BCC8-4337-A057-D3220077D64B}" type="presParOf" srcId="{B78A8AE5-940B-473E-A110-2C683D9438AC}" destId="{A26E5C73-8F25-49A9-9F6A-BB5F1B0BE6A4}" srcOrd="2" destOrd="2" presId="urn:microsoft.com/office/officeart/2005/8/layout/vList4"/>
    <dgm:cxn modelId="{9EC2272D-E3C0-46C6-BD7D-29D3BCD4744B}" type="presOf" srcId="{EC731458-ED63-4612-A93B-E863E135F146}" destId="{A26E5C73-8F25-49A9-9F6A-BB5F1B0BE6A4}" srcOrd="1" destOrd="0" presId="urn:microsoft.com/office/officeart/2005/8/layout/vList4"/>
    <dgm:cxn modelId="{98D2617A-1D69-4246-8547-AFE8D43502F6}" type="presParOf" srcId="{9D8FDF43-5F22-4C58-95A6-F6FA2BC1C4FF}" destId="{D14B2E22-1189-498D-8447-EDB87DDAC0A3}" srcOrd="3" destOrd="0" presId="urn:microsoft.com/office/officeart/2005/8/layout/vList4"/>
    <dgm:cxn modelId="{7B037E18-1763-43CB-BBD6-903F0AD7EEC0}" type="presOf" srcId="{01C7E480-9D4E-4D58-BED2-EDB0660189FB}" destId="{D14B2E22-1189-498D-8447-EDB87DDAC0A3}" srcOrd="0" destOrd="0" presId="urn:microsoft.com/office/officeart/2005/8/layout/vList4"/>
    <dgm:cxn modelId="{D9C1F479-300E-41F9-BB83-5DFA5847A172}" type="presParOf" srcId="{9D8FDF43-5F22-4C58-95A6-F6FA2BC1C4FF}" destId="{530B6F39-FCD9-4462-A939-0F5CDD518ADF}" srcOrd="4" destOrd="0" presId="urn:microsoft.com/office/officeart/2005/8/layout/vList4"/>
    <dgm:cxn modelId="{ED8EE84A-F1D7-48B2-B1C9-0175EDFD058C}" type="presParOf" srcId="{530B6F39-FCD9-4462-A939-0F5CDD518ADF}" destId="{931297A6-A963-407F-A273-60A3914D3556}" srcOrd="0" destOrd="4" presId="urn:microsoft.com/office/officeart/2005/8/layout/vList4"/>
    <dgm:cxn modelId="{9DA6703A-7B5E-40AB-A907-391867F6560E}" type="presOf" srcId="{5D781AFB-9960-4A32-96F3-2EE09084238C}" destId="{931297A6-A963-407F-A273-60A3914D3556}" srcOrd="0" destOrd="0" presId="urn:microsoft.com/office/officeart/2005/8/layout/vList4"/>
    <dgm:cxn modelId="{58937E89-1E50-42D4-AC98-2F474FDFC390}" type="presParOf" srcId="{530B6F39-FCD9-4462-A939-0F5CDD518ADF}" destId="{F29AB54A-9804-453B-BCBF-705B6E539867}" srcOrd="1" destOrd="4" presId="urn:microsoft.com/office/officeart/2005/8/layout/vList4"/>
    <dgm:cxn modelId="{AA3A75F4-5CD0-42CC-B5FD-D4A07F0362D1}" type="presParOf" srcId="{530B6F39-FCD9-4462-A939-0F5CDD518ADF}" destId="{05F42988-54C4-45D9-BD5F-4456E0E65B00}" srcOrd="2" destOrd="4" presId="urn:microsoft.com/office/officeart/2005/8/layout/vList4"/>
    <dgm:cxn modelId="{C29290BA-DF69-461F-922B-783DA1C63193}" type="presOf" srcId="{5D781AFB-9960-4A32-96F3-2EE09084238C}" destId="{05F42988-54C4-45D9-BD5F-4456E0E65B00}" srcOrd="1" destOrd="0" presId="urn:microsoft.com/office/officeart/2005/8/layout/vList4"/>
    <dgm:cxn modelId="{5B24C7C5-F18E-4AA5-89AE-DF2946883E2C}" type="presParOf" srcId="{9D8FDF43-5F22-4C58-95A6-F6FA2BC1C4FF}" destId="{D1E3037B-FA7B-4144-B80F-2A35E5CFF531}" srcOrd="5" destOrd="0" presId="urn:microsoft.com/office/officeart/2005/8/layout/vList4"/>
    <dgm:cxn modelId="{07F653EC-D073-413F-9752-C4E6E79498A4}" type="presOf" srcId="{E2E81701-8418-44B5-9462-1AB2FC7D6CF7}" destId="{D1E3037B-FA7B-4144-B80F-2A35E5CFF531}" srcOrd="0" destOrd="0" presId="urn:microsoft.com/office/officeart/2005/8/layout/vList4"/>
    <dgm:cxn modelId="{55D96014-DF15-48F8-8D42-15A9DC575011}" type="presParOf" srcId="{9D8FDF43-5F22-4C58-95A6-F6FA2BC1C4FF}" destId="{EF839084-ADC3-42C1-98A8-61960F0CC398}" srcOrd="6" destOrd="0" presId="urn:microsoft.com/office/officeart/2005/8/layout/vList4"/>
    <dgm:cxn modelId="{09E06904-353F-4465-9DEA-BC87B07DB76B}" type="presParOf" srcId="{EF839084-ADC3-42C1-98A8-61960F0CC398}" destId="{8703ACE8-FA39-41B6-90DF-3FE5CE5D2F7F}" srcOrd="0" destOrd="6" presId="urn:microsoft.com/office/officeart/2005/8/layout/vList4"/>
    <dgm:cxn modelId="{F5BF5869-9D9C-4DDD-9FA8-145254CE689E}" type="presOf" srcId="{A373197B-DB0D-4D25-97DF-883F1AD1C667}" destId="{8703ACE8-FA39-41B6-90DF-3FE5CE5D2F7F}" srcOrd="0" destOrd="0" presId="urn:microsoft.com/office/officeart/2005/8/layout/vList4"/>
    <dgm:cxn modelId="{5E0BE945-4650-4657-8C5C-126DD6F0D77F}" type="presParOf" srcId="{EF839084-ADC3-42C1-98A8-61960F0CC398}" destId="{A3AAC6C1-8155-4077-B534-4777522D9181}" srcOrd="1" destOrd="6" presId="urn:microsoft.com/office/officeart/2005/8/layout/vList4"/>
    <dgm:cxn modelId="{F0AD3BF8-A93F-47EA-A41C-FE5A6045067C}" type="presParOf" srcId="{EF839084-ADC3-42C1-98A8-61960F0CC398}" destId="{F9314534-3113-4852-8964-41E10BC18F13}" srcOrd="2" destOrd="6" presId="urn:microsoft.com/office/officeart/2005/8/layout/vList4"/>
    <dgm:cxn modelId="{17D1396A-8718-4B13-98DC-DA47BDE3A850}" type="presOf" srcId="{A373197B-DB0D-4D25-97DF-883F1AD1C667}" destId="{F9314534-3113-4852-8964-41E10BC18F13}" srcOrd="1" destOrd="0" presId="urn:microsoft.com/office/officeart/2005/8/layout/vList4"/>
    <dgm:cxn modelId="{EACB4BEB-83FF-4027-88F1-A4D2CB9AB58F}" type="presParOf" srcId="{9D8FDF43-5F22-4C58-95A6-F6FA2BC1C4FF}" destId="{DB1C9B3F-C68F-4860-B249-24C019CBA0FF}" srcOrd="7" destOrd="0" presId="urn:microsoft.com/office/officeart/2005/8/layout/vList4"/>
    <dgm:cxn modelId="{3D78A0A4-C642-4C2D-ACA4-66D7B20632AB}" type="presOf" srcId="{4E49603B-23CA-400D-BBC8-DF8BE2F7BA1B}" destId="{DB1C9B3F-C68F-4860-B249-24C019CBA0FF}" srcOrd="0" destOrd="0" presId="urn:microsoft.com/office/officeart/2005/8/layout/vList4"/>
    <dgm:cxn modelId="{26421E73-9E8D-4552-AA29-9A3B4678AEA2}" type="presParOf" srcId="{9D8FDF43-5F22-4C58-95A6-F6FA2BC1C4FF}" destId="{5DCF0EAB-AFEB-49ED-BFD6-7DFCA3FA0667}" srcOrd="8" destOrd="0" presId="urn:microsoft.com/office/officeart/2005/8/layout/vList4"/>
    <dgm:cxn modelId="{42B2396E-14B9-4EC4-9CD6-350B34E8A955}" type="presParOf" srcId="{5DCF0EAB-AFEB-49ED-BFD6-7DFCA3FA0667}" destId="{2A0CF0F2-55AB-4574-A071-FEC4B02F6650}" srcOrd="0" destOrd="8" presId="urn:microsoft.com/office/officeart/2005/8/layout/vList4"/>
    <dgm:cxn modelId="{192F896C-D756-41F7-B3F5-41C0B5BD5B5C}" type="presOf" srcId="{EFAAC59C-7D33-431B-8A1F-CA0432E5A1FA}" destId="{2A0CF0F2-55AB-4574-A071-FEC4B02F6650}" srcOrd="0" destOrd="0" presId="urn:microsoft.com/office/officeart/2005/8/layout/vList4"/>
    <dgm:cxn modelId="{DD941F54-8809-4BAB-9260-8F6E6E5B37F1}" type="presParOf" srcId="{5DCF0EAB-AFEB-49ED-BFD6-7DFCA3FA0667}" destId="{05CFF813-18AC-472D-9519-74DA7CE1F925}" srcOrd="1" destOrd="8" presId="urn:microsoft.com/office/officeart/2005/8/layout/vList4"/>
    <dgm:cxn modelId="{4430E1E1-1C1A-4423-917E-BCD2F43F105B}" type="presParOf" srcId="{5DCF0EAB-AFEB-49ED-BFD6-7DFCA3FA0667}" destId="{9543665F-B7DF-4F43-9304-0B12AAD337FD}" srcOrd="2" destOrd="8" presId="urn:microsoft.com/office/officeart/2005/8/layout/vList4"/>
    <dgm:cxn modelId="{F587C277-5653-4DB0-BE1C-FE42923ABC69}" type="presOf" srcId="{EFAAC59C-7D33-431B-8A1F-CA0432E5A1FA}" destId="{9543665F-B7DF-4F43-9304-0B12AAD337FD}" srcOrd="1" destOrd="0" presId="urn:microsoft.com/office/officeart/2005/8/layout/vList4"/>
    <dgm:cxn modelId="{E0F5B5C3-9B6B-46D2-B06B-F56F14AC6397}" type="presParOf" srcId="{9D8FDF43-5F22-4C58-95A6-F6FA2BC1C4FF}" destId="{3554A1CC-5072-440D-9C83-1CD578555713}" srcOrd="9" destOrd="0" presId="urn:microsoft.com/office/officeart/2005/8/layout/vList4"/>
    <dgm:cxn modelId="{550A27F8-0579-4E81-8F4A-65B2F68A654E}" type="presOf" srcId="{C300C37F-73D0-4DD7-ABCD-F8EF3D4870CF}" destId="{3554A1CC-5072-440D-9C83-1CD578555713}" srcOrd="0" destOrd="0" presId="urn:microsoft.com/office/officeart/2005/8/layout/vList4"/>
    <dgm:cxn modelId="{62B845D8-0955-4015-9936-E6DD7905B75A}" type="presParOf" srcId="{9D8FDF43-5F22-4C58-95A6-F6FA2BC1C4FF}" destId="{BC6BD41D-7E62-4AA7-9F8D-8DCE947F5142}" srcOrd="10" destOrd="0" presId="urn:microsoft.com/office/officeart/2005/8/layout/vList4"/>
    <dgm:cxn modelId="{F54EF971-A398-4BAF-9CCD-58A75E382882}" type="presParOf" srcId="{BC6BD41D-7E62-4AA7-9F8D-8DCE947F5142}" destId="{19CDC206-0A38-42B7-BF3E-A37C53E90FE6}" srcOrd="0" destOrd="10" presId="urn:microsoft.com/office/officeart/2005/8/layout/vList4"/>
    <dgm:cxn modelId="{EE2326AB-8278-45D1-B55A-9F6662E56EF6}" type="presOf" srcId="{CDFA84B9-096F-415A-9B8A-890566BE5CAB}" destId="{19CDC206-0A38-42B7-BF3E-A37C53E90FE6}" srcOrd="0" destOrd="0" presId="urn:microsoft.com/office/officeart/2005/8/layout/vList4"/>
    <dgm:cxn modelId="{4DFB6BB5-DF0E-44E5-9660-34A2FEE69388}" type="presParOf" srcId="{BC6BD41D-7E62-4AA7-9F8D-8DCE947F5142}" destId="{95FF57A5-ED71-429F-9D5B-E51EE6D7EA75}" srcOrd="1" destOrd="10" presId="urn:microsoft.com/office/officeart/2005/8/layout/vList4"/>
    <dgm:cxn modelId="{517F30DE-06D4-44E9-A7F7-EA8F7ADB1B17}" type="presParOf" srcId="{BC6BD41D-7E62-4AA7-9F8D-8DCE947F5142}" destId="{939FDDD7-24EA-43D8-AC40-39D430E68632}" srcOrd="2" destOrd="10" presId="urn:microsoft.com/office/officeart/2005/8/layout/vList4"/>
    <dgm:cxn modelId="{8C5F1106-9A1B-4A4A-BBD1-E8AC5B305B9E}" type="presOf" srcId="{CDFA84B9-096F-415A-9B8A-890566BE5CAB}" destId="{939FDDD7-24EA-43D8-AC40-39D430E68632}" srcOrd="1" destOrd="0" presId="urn:microsoft.com/office/officeart/2005/8/layout/vList4"/>
    <dgm:cxn modelId="{460CE6DB-9A13-498F-A3B0-0103A4D16B89}" type="presParOf" srcId="{9D8FDF43-5F22-4C58-95A6-F6FA2BC1C4FF}" destId="{B6CEDCAA-CCE0-4CFA-B7BF-FF184F417C3B}" srcOrd="11" destOrd="0" presId="urn:microsoft.com/office/officeart/2005/8/layout/vList4"/>
    <dgm:cxn modelId="{F28D13C5-9B18-4041-968D-BFD6F8FC0212}" type="presOf" srcId="{7043C5CA-0AEC-4BB7-AA94-1358009864E1}" destId="{B6CEDCAA-CCE0-4CFA-B7BF-FF184F417C3B}" srcOrd="0" destOrd="0" presId="urn:microsoft.com/office/officeart/2005/8/layout/vList4"/>
    <dgm:cxn modelId="{90276496-7792-40B7-A9FC-67A41380A5BF}" type="presParOf" srcId="{9D8FDF43-5F22-4C58-95A6-F6FA2BC1C4FF}" destId="{47B39E83-B2F7-4C98-8195-64DBAB74BF05}" srcOrd="12" destOrd="0" presId="urn:microsoft.com/office/officeart/2005/8/layout/vList4"/>
    <dgm:cxn modelId="{CFCF1E7F-A3B6-43B6-A21B-3523D60A9B69}" type="presParOf" srcId="{47B39E83-B2F7-4C98-8195-64DBAB74BF05}" destId="{DE0B79E8-1345-4410-9F40-5E1A3EBF2002}" srcOrd="0" destOrd="12" presId="urn:microsoft.com/office/officeart/2005/8/layout/vList4"/>
    <dgm:cxn modelId="{0297504D-2829-4344-B598-470A3680DA64}" type="presOf" srcId="{9342C7E8-25B2-481A-857C-17E6953CCDBB}" destId="{DE0B79E8-1345-4410-9F40-5E1A3EBF2002}" srcOrd="0" destOrd="0" presId="urn:microsoft.com/office/officeart/2005/8/layout/vList4"/>
    <dgm:cxn modelId="{6FD8C0DC-03C7-47D9-B929-1DEA6670B2E0}" type="presParOf" srcId="{47B39E83-B2F7-4C98-8195-64DBAB74BF05}" destId="{9B48C841-22C9-497E-B9F4-0756A9735BA1}" srcOrd="1" destOrd="12" presId="urn:microsoft.com/office/officeart/2005/8/layout/vList4"/>
    <dgm:cxn modelId="{C5B1A0C1-294A-47AE-AF85-1FA8662AFF42}" type="presParOf" srcId="{47B39E83-B2F7-4C98-8195-64DBAB74BF05}" destId="{943AE02A-F7EE-4EA2-8050-364C70BF4289}" srcOrd="2" destOrd="12" presId="urn:microsoft.com/office/officeart/2005/8/layout/vList4"/>
    <dgm:cxn modelId="{F6938C1E-0CD1-4D7E-BC68-EE3C5A49F91E}" type="presOf" srcId="{9342C7E8-25B2-481A-857C-17E6953CCDBB}" destId="{943AE02A-F7EE-4EA2-8050-364C70BF4289}" srcOrd="1" destOrd="0" presId="urn:microsoft.com/office/officeart/2005/8/layout/vList4"/>
    <dgm:cxn modelId="{874F5B21-C326-4F03-8698-A619CE6CB1B8}" type="presParOf" srcId="{9D8FDF43-5F22-4C58-95A6-F6FA2BC1C4FF}" destId="{77A713B5-302F-4007-BA86-DD5CD5FADAEE}" srcOrd="13" destOrd="0" presId="urn:microsoft.com/office/officeart/2005/8/layout/vList4"/>
    <dgm:cxn modelId="{E4C62D31-816C-4F93-9DBF-34D38D4E2997}" type="presOf" srcId="{CB6B8E63-4DDD-4005-A1D0-9657396C7C55}" destId="{77A713B5-302F-4007-BA86-DD5CD5FADAEE}" srcOrd="0" destOrd="0" presId="urn:microsoft.com/office/officeart/2005/8/layout/vList4"/>
    <dgm:cxn modelId="{C421FF07-AFA2-44DC-8D8B-652C71A4BA50}" type="presParOf" srcId="{9D8FDF43-5F22-4C58-95A6-F6FA2BC1C4FF}" destId="{40FC0718-56A6-4FC8-AF46-C62CEBD47C6E}" srcOrd="14" destOrd="0" presId="urn:microsoft.com/office/officeart/2005/8/layout/vList4"/>
    <dgm:cxn modelId="{46079445-7A45-4141-B607-0999B51827A6}" type="presParOf" srcId="{40FC0718-56A6-4FC8-AF46-C62CEBD47C6E}" destId="{D7042EFD-CCE5-4CA8-A3F3-419686917197}" srcOrd="0" destOrd="14" presId="urn:microsoft.com/office/officeart/2005/8/layout/vList4"/>
    <dgm:cxn modelId="{9818D589-EDDE-4DB8-B770-9A3F2C5177B2}" type="presOf" srcId="{9B3FCC69-D90A-4B8C-B14B-952F56CE3593}" destId="{D7042EFD-CCE5-4CA8-A3F3-419686917197}" srcOrd="0" destOrd="0" presId="urn:microsoft.com/office/officeart/2005/8/layout/vList4"/>
    <dgm:cxn modelId="{B07EFD05-DB10-49A6-BD3A-E5F90119A35D}" type="presParOf" srcId="{40FC0718-56A6-4FC8-AF46-C62CEBD47C6E}" destId="{496928D0-279A-404C-9494-F9AEFF1DA841}" srcOrd="1" destOrd="14" presId="urn:microsoft.com/office/officeart/2005/8/layout/vList4"/>
    <dgm:cxn modelId="{F6BAEBD4-92C7-47D1-B994-7FCCC93EF979}" type="presParOf" srcId="{40FC0718-56A6-4FC8-AF46-C62CEBD47C6E}" destId="{6BC3DDFE-6E6C-4FDD-A060-90502780408B}" srcOrd="2" destOrd="14" presId="urn:microsoft.com/office/officeart/2005/8/layout/vList4"/>
    <dgm:cxn modelId="{11B18C87-653D-4353-9814-780134E5D700}" type="presOf" srcId="{9B3FCC69-D90A-4B8C-B14B-952F56CE3593}" destId="{6BC3DDFE-6E6C-4FDD-A060-90502780408B}" srcOrd="1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5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917700" cy="3463925"/>
        <a:chOff x="0" y="0"/>
        <a:chExt cx="1917700" cy="3463925"/>
      </a:xfrm>
    </dsp:grpSpPr>
    <dsp:sp modelId="{59E8ACA1-F6CD-4305-8E84-F80CD676165B}">
      <dsp:nvSpPr>
        <dsp:cNvPr id="3" name="圆角矩形 2"/>
        <dsp:cNvSpPr/>
      </dsp:nvSpPr>
      <dsp:spPr bwMode="white">
        <a:xfrm>
          <a:off x="0" y="0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职务</a:t>
          </a:r>
          <a:endParaRPr lang="zh-CN" altLang="en-US"/>
        </a:p>
      </dsp:txBody>
      <dsp:txXfrm>
        <a:off x="0" y="0"/>
        <a:ext cx="1917700" cy="353462"/>
      </dsp:txXfrm>
    </dsp:sp>
    <dsp:sp modelId="{7D3926AE-D279-4284-8D3C-73162E8460EB}">
      <dsp:nvSpPr>
        <dsp:cNvPr id="4" name="圆角矩形 3"/>
        <dsp:cNvSpPr/>
      </dsp:nvSpPr>
      <dsp:spPr bwMode="white">
        <a:xfrm>
          <a:off x="35346" y="35346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Xfrm>
        <a:off x="35346" y="35346"/>
        <a:ext cx="383540" cy="282769"/>
      </dsp:txXfrm>
    </dsp:sp>
    <dsp:sp modelId="{9B126EFF-1D48-49B7-B796-EAC4B5BEB6DF}">
      <dsp:nvSpPr>
        <dsp:cNvPr id="9" name="圆角矩形 8"/>
        <dsp:cNvSpPr/>
      </dsp:nvSpPr>
      <dsp:spPr bwMode="white">
        <a:xfrm>
          <a:off x="0" y="388808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388808"/>
        <a:ext cx="1917700" cy="353462"/>
      </dsp:txXfrm>
    </dsp:sp>
    <dsp:sp modelId="{69FC1EAD-F719-466B-AF91-A31982FE0DB2}">
      <dsp:nvSpPr>
        <dsp:cNvPr id="10" name="圆角矩形 9"/>
        <dsp:cNvSpPr/>
      </dsp:nvSpPr>
      <dsp:spPr bwMode="white">
        <a:xfrm>
          <a:off x="35346" y="424154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22500"/>
            <a:satOff val="-587"/>
            <a:lumOff val="1225"/>
            <a:alpha val="85196"/>
          </a:schemeClr>
        </a:fillRef>
        <a:effectRef idx="0">
          <a:scrgbClr r="0" g="0" b="0"/>
        </a:effectRef>
        <a:fontRef idx="minor"/>
      </dsp:style>
      <dsp:txXfrm>
        <a:off x="35346" y="424154"/>
        <a:ext cx="383540" cy="282769"/>
      </dsp:txXfrm>
    </dsp:sp>
    <dsp:sp modelId="{931297A6-A963-407F-A273-60A3914D3556}">
      <dsp:nvSpPr>
        <dsp:cNvPr id="11" name="圆角矩形 10"/>
        <dsp:cNvSpPr/>
      </dsp:nvSpPr>
      <dsp:spPr bwMode="white">
        <a:xfrm>
          <a:off x="0" y="777616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777616"/>
        <a:ext cx="1917700" cy="353462"/>
      </dsp:txXfrm>
    </dsp:sp>
    <dsp:sp modelId="{F29AB54A-9804-453B-BCBF-705B6E539867}">
      <dsp:nvSpPr>
        <dsp:cNvPr id="12" name="圆角矩形 11"/>
        <dsp:cNvSpPr/>
      </dsp:nvSpPr>
      <dsp:spPr bwMode="white">
        <a:xfrm>
          <a:off x="35346" y="812962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45000"/>
            <a:satOff val="-1175"/>
            <a:lumOff val="2451"/>
            <a:alpha val="80196"/>
          </a:schemeClr>
        </a:fillRef>
        <a:effectRef idx="0">
          <a:scrgbClr r="0" g="0" b="0"/>
        </a:effectRef>
        <a:fontRef idx="minor"/>
      </dsp:style>
      <dsp:txXfrm>
        <a:off x="35346" y="812962"/>
        <a:ext cx="383540" cy="282769"/>
      </dsp:txXfrm>
    </dsp:sp>
    <dsp:sp modelId="{8703ACE8-FA39-41B6-90DF-3FE5CE5D2F7F}">
      <dsp:nvSpPr>
        <dsp:cNvPr id="13" name="圆角矩形 12"/>
        <dsp:cNvSpPr/>
      </dsp:nvSpPr>
      <dsp:spPr bwMode="white">
        <a:xfrm>
          <a:off x="0" y="1166424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166424"/>
        <a:ext cx="1917700" cy="353462"/>
      </dsp:txXfrm>
    </dsp:sp>
    <dsp:sp modelId="{A3AAC6C1-8155-4077-B534-4777522D9181}">
      <dsp:nvSpPr>
        <dsp:cNvPr id="14" name="圆角矩形 13"/>
        <dsp:cNvSpPr/>
      </dsp:nvSpPr>
      <dsp:spPr bwMode="white">
        <a:xfrm>
          <a:off x="35346" y="1201770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67500"/>
            <a:satOff val="-1764"/>
            <a:lumOff val="3676"/>
            <a:alpha val="75196"/>
          </a:schemeClr>
        </a:fillRef>
        <a:effectRef idx="0">
          <a:scrgbClr r="0" g="0" b="0"/>
        </a:effectRef>
        <a:fontRef idx="minor"/>
      </dsp:style>
      <dsp:txXfrm>
        <a:off x="35346" y="1201770"/>
        <a:ext cx="383540" cy="282769"/>
      </dsp:txXfrm>
    </dsp:sp>
    <dsp:sp modelId="{2A0CF0F2-55AB-4574-A071-FEC4B02F6650}">
      <dsp:nvSpPr>
        <dsp:cNvPr id="15" name="圆角矩形 14"/>
        <dsp:cNvSpPr/>
      </dsp:nvSpPr>
      <dsp:spPr bwMode="white">
        <a:xfrm>
          <a:off x="0" y="1555232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555232"/>
        <a:ext cx="1917700" cy="353462"/>
      </dsp:txXfrm>
    </dsp:sp>
    <dsp:sp modelId="{05CFF813-18AC-472D-9519-74DA7CE1F925}">
      <dsp:nvSpPr>
        <dsp:cNvPr id="16" name="圆角矩形 15"/>
        <dsp:cNvSpPr/>
      </dsp:nvSpPr>
      <dsp:spPr bwMode="white">
        <a:xfrm>
          <a:off x="35346" y="1590578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90000"/>
            <a:satOff val="-2352"/>
            <a:lumOff val="4902"/>
            <a:alpha val="70196"/>
          </a:schemeClr>
        </a:fillRef>
        <a:effectRef idx="0">
          <a:scrgbClr r="0" g="0" b="0"/>
        </a:effectRef>
        <a:fontRef idx="minor"/>
      </dsp:style>
      <dsp:txXfrm>
        <a:off x="35346" y="1590578"/>
        <a:ext cx="383540" cy="282769"/>
      </dsp:txXfrm>
    </dsp:sp>
    <dsp:sp modelId="{19CDC206-0A38-42B7-BF3E-A37C53E90FE6}">
      <dsp:nvSpPr>
        <dsp:cNvPr id="17" name="圆角矩形 16"/>
        <dsp:cNvSpPr/>
      </dsp:nvSpPr>
      <dsp:spPr bwMode="white">
        <a:xfrm>
          <a:off x="0" y="1944040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944040"/>
        <a:ext cx="1917700" cy="353462"/>
      </dsp:txXfrm>
    </dsp:sp>
    <dsp:sp modelId="{95FF57A5-ED71-429F-9D5B-E51EE6D7EA75}">
      <dsp:nvSpPr>
        <dsp:cNvPr id="18" name="圆角矩形 17"/>
        <dsp:cNvSpPr/>
      </dsp:nvSpPr>
      <dsp:spPr bwMode="white">
        <a:xfrm>
          <a:off x="35346" y="1979386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12500"/>
            <a:satOff val="-2940"/>
            <a:lumOff val="6127"/>
            <a:alpha val="65196"/>
          </a:schemeClr>
        </a:fillRef>
        <a:effectRef idx="0">
          <a:scrgbClr r="0" g="0" b="0"/>
        </a:effectRef>
        <a:fontRef idx="minor"/>
      </dsp:style>
      <dsp:txXfrm>
        <a:off x="35346" y="1979386"/>
        <a:ext cx="383540" cy="282769"/>
      </dsp:txXfrm>
    </dsp:sp>
    <dsp:sp modelId="{DE0B79E8-1345-4410-9F40-5E1A3EBF2002}">
      <dsp:nvSpPr>
        <dsp:cNvPr id="19" name="圆角矩形 18"/>
        <dsp:cNvSpPr/>
      </dsp:nvSpPr>
      <dsp:spPr bwMode="white">
        <a:xfrm>
          <a:off x="0" y="2332847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2332847"/>
        <a:ext cx="1917700" cy="353462"/>
      </dsp:txXfrm>
    </dsp:sp>
    <dsp:sp modelId="{9B48C841-22C9-497E-B9F4-0756A9735BA1}">
      <dsp:nvSpPr>
        <dsp:cNvPr id="20" name="圆角矩形 19"/>
        <dsp:cNvSpPr/>
      </dsp:nvSpPr>
      <dsp:spPr bwMode="white">
        <a:xfrm>
          <a:off x="35346" y="2368194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35000"/>
            <a:satOff val="-3528"/>
            <a:lumOff val="7353"/>
            <a:alpha val="60196"/>
          </a:schemeClr>
        </a:fillRef>
        <a:effectRef idx="0">
          <a:scrgbClr r="0" g="0" b="0"/>
        </a:effectRef>
        <a:fontRef idx="minor"/>
      </dsp:style>
      <dsp:txXfrm>
        <a:off x="35346" y="2368194"/>
        <a:ext cx="383540" cy="282769"/>
      </dsp:txXfrm>
    </dsp:sp>
    <dsp:sp modelId="{D7042EFD-CCE5-4CA8-A3F3-419686917197}">
      <dsp:nvSpPr>
        <dsp:cNvPr id="5" name="圆角矩形 4"/>
        <dsp:cNvSpPr/>
      </dsp:nvSpPr>
      <dsp:spPr bwMode="white">
        <a:xfrm>
          <a:off x="0" y="2721655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2721655"/>
        <a:ext cx="1917700" cy="353462"/>
      </dsp:txXfrm>
    </dsp:sp>
    <dsp:sp modelId="{496928D0-279A-404C-9494-F9AEFF1DA841}">
      <dsp:nvSpPr>
        <dsp:cNvPr id="6" name="圆角矩形 5"/>
        <dsp:cNvSpPr/>
      </dsp:nvSpPr>
      <dsp:spPr bwMode="white">
        <a:xfrm>
          <a:off x="35346" y="2757002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57500"/>
            <a:satOff val="-4117"/>
            <a:lumOff val="8578"/>
            <a:alpha val="55196"/>
          </a:schemeClr>
        </a:fillRef>
        <a:effectRef idx="0">
          <a:scrgbClr r="0" g="0" b="0"/>
        </a:effectRef>
        <a:fontRef idx="minor"/>
      </dsp:style>
      <dsp:txXfrm>
        <a:off x="35346" y="2757002"/>
        <a:ext cx="383540" cy="282769"/>
      </dsp:txXfrm>
    </dsp:sp>
    <dsp:sp modelId="{F7325B12-B68A-4A84-8ED8-D4B790DBB36E}">
      <dsp:nvSpPr>
        <dsp:cNvPr id="7" name="圆角矩形 6"/>
        <dsp:cNvSpPr/>
      </dsp:nvSpPr>
      <dsp:spPr bwMode="white">
        <a:xfrm>
          <a:off x="0" y="3110463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3110463"/>
        <a:ext cx="1917700" cy="353462"/>
      </dsp:txXfrm>
    </dsp:sp>
    <dsp:sp modelId="{6E1FFB89-BF20-43BD-ACE3-941E30684381}">
      <dsp:nvSpPr>
        <dsp:cNvPr id="8" name="圆角矩形 7"/>
        <dsp:cNvSpPr/>
      </dsp:nvSpPr>
      <dsp:spPr bwMode="white">
        <a:xfrm>
          <a:off x="35346" y="3145809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80000"/>
            <a:satOff val="-4705"/>
            <a:lumOff val="9804"/>
            <a:alpha val="50196"/>
          </a:schemeClr>
        </a:fillRef>
        <a:effectRef idx="0">
          <a:scrgbClr r="0" g="0" b="0"/>
        </a:effectRef>
        <a:fontRef idx="minor"/>
      </dsp:style>
      <dsp:txXfrm>
        <a:off x="35346" y="3145809"/>
        <a:ext cx="383540" cy="282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917700" cy="3463925"/>
        <a:chOff x="0" y="0"/>
        <a:chExt cx="1917700" cy="3463925"/>
      </a:xfrm>
    </dsp:grpSpPr>
    <dsp:sp modelId="{59E8ACA1-F6CD-4305-8E84-F80CD676165B}">
      <dsp:nvSpPr>
        <dsp:cNvPr id="3" name="圆角矩形 2"/>
        <dsp:cNvSpPr/>
      </dsp:nvSpPr>
      <dsp:spPr bwMode="white">
        <a:xfrm>
          <a:off x="0" y="0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副镇长、驻村领导</a:t>
          </a:r>
          <a:endParaRPr lang="zh-CN" altLang="en-US"/>
        </a:p>
      </dsp:txBody>
      <dsp:txXfrm>
        <a:off x="0" y="0"/>
        <a:ext cx="1917700" cy="353462"/>
      </dsp:txXfrm>
    </dsp:sp>
    <dsp:sp modelId="{7D3926AE-D279-4284-8D3C-73162E8460EB}">
      <dsp:nvSpPr>
        <dsp:cNvPr id="4" name="圆角矩形 3"/>
        <dsp:cNvSpPr/>
      </dsp:nvSpPr>
      <dsp:spPr bwMode="white">
        <a:xfrm>
          <a:off x="35346" y="35346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Xfrm>
        <a:off x="35346" y="35346"/>
        <a:ext cx="383540" cy="282769"/>
      </dsp:txXfrm>
    </dsp:sp>
    <dsp:sp modelId="{9B126EFF-1D48-49B7-B796-EAC4B5BEB6DF}">
      <dsp:nvSpPr>
        <dsp:cNvPr id="5" name="圆角矩形 4"/>
        <dsp:cNvSpPr/>
      </dsp:nvSpPr>
      <dsp:spPr bwMode="white">
        <a:xfrm>
          <a:off x="0" y="388808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党政和人大办公室一级科员、工作组长</a:t>
          </a:r>
          <a:endParaRPr lang="zh-CN" altLang="en-US"/>
        </a:p>
      </dsp:txBody>
      <dsp:txXfrm>
        <a:off x="0" y="388808"/>
        <a:ext cx="1917700" cy="353462"/>
      </dsp:txXfrm>
    </dsp:sp>
    <dsp:sp modelId="{69FC1EAD-F719-466B-AF91-A31982FE0DB2}">
      <dsp:nvSpPr>
        <dsp:cNvPr id="6" name="圆角矩形 5"/>
        <dsp:cNvSpPr/>
      </dsp:nvSpPr>
      <dsp:spPr bwMode="white">
        <a:xfrm>
          <a:off x="35346" y="424154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22500"/>
            <a:satOff val="-587"/>
            <a:lumOff val="1225"/>
            <a:alpha val="85196"/>
          </a:schemeClr>
        </a:fillRef>
        <a:effectRef idx="0">
          <a:scrgbClr r="0" g="0" b="0"/>
        </a:effectRef>
        <a:fontRef idx="minor"/>
      </dsp:style>
      <dsp:txXfrm>
        <a:off x="35346" y="424154"/>
        <a:ext cx="383540" cy="282769"/>
      </dsp:txXfrm>
    </dsp:sp>
    <dsp:sp modelId="{931297A6-A963-407F-A273-60A3914D3556}">
      <dsp:nvSpPr>
        <dsp:cNvPr id="7" name="圆角矩形 6"/>
        <dsp:cNvSpPr/>
      </dsp:nvSpPr>
      <dsp:spPr bwMode="white">
        <a:xfrm>
          <a:off x="0" y="777616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777616"/>
        <a:ext cx="1917700" cy="353462"/>
      </dsp:txXfrm>
    </dsp:sp>
    <dsp:sp modelId="{F29AB54A-9804-453B-BCBF-705B6E539867}">
      <dsp:nvSpPr>
        <dsp:cNvPr id="8" name="圆角矩形 7"/>
        <dsp:cNvSpPr/>
      </dsp:nvSpPr>
      <dsp:spPr bwMode="white">
        <a:xfrm>
          <a:off x="35346" y="812962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45000"/>
            <a:satOff val="-1175"/>
            <a:lumOff val="2451"/>
            <a:alpha val="80196"/>
          </a:schemeClr>
        </a:fillRef>
        <a:effectRef idx="0">
          <a:scrgbClr r="0" g="0" b="0"/>
        </a:effectRef>
        <a:fontRef idx="minor"/>
      </dsp:style>
      <dsp:txXfrm>
        <a:off x="35346" y="812962"/>
        <a:ext cx="383540" cy="282769"/>
      </dsp:txXfrm>
    </dsp:sp>
    <dsp:sp modelId="{8703ACE8-FA39-41B6-90DF-3FE5CE5D2F7F}">
      <dsp:nvSpPr>
        <dsp:cNvPr id="9" name="圆角矩形 8"/>
        <dsp:cNvSpPr/>
      </dsp:nvSpPr>
      <dsp:spPr bwMode="white">
        <a:xfrm>
          <a:off x="0" y="1166424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166424"/>
        <a:ext cx="1917700" cy="353462"/>
      </dsp:txXfrm>
    </dsp:sp>
    <dsp:sp modelId="{A3AAC6C1-8155-4077-B534-4777522D9181}">
      <dsp:nvSpPr>
        <dsp:cNvPr id="10" name="圆角矩形 9"/>
        <dsp:cNvSpPr/>
      </dsp:nvSpPr>
      <dsp:spPr bwMode="white">
        <a:xfrm>
          <a:off x="35346" y="1201770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67500"/>
            <a:satOff val="-1764"/>
            <a:lumOff val="3676"/>
            <a:alpha val="75196"/>
          </a:schemeClr>
        </a:fillRef>
        <a:effectRef idx="0">
          <a:scrgbClr r="0" g="0" b="0"/>
        </a:effectRef>
        <a:fontRef idx="minor"/>
      </dsp:style>
      <dsp:txXfrm>
        <a:off x="35346" y="1201770"/>
        <a:ext cx="383540" cy="282769"/>
      </dsp:txXfrm>
    </dsp:sp>
    <dsp:sp modelId="{2A0CF0F2-55AB-4574-A071-FEC4B02F6650}">
      <dsp:nvSpPr>
        <dsp:cNvPr id="11" name="圆角矩形 10"/>
        <dsp:cNvSpPr/>
      </dsp:nvSpPr>
      <dsp:spPr bwMode="white">
        <a:xfrm>
          <a:off x="0" y="1555232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555232"/>
        <a:ext cx="1917700" cy="353462"/>
      </dsp:txXfrm>
    </dsp:sp>
    <dsp:sp modelId="{05CFF813-18AC-472D-9519-74DA7CE1F925}">
      <dsp:nvSpPr>
        <dsp:cNvPr id="12" name="圆角矩形 11"/>
        <dsp:cNvSpPr/>
      </dsp:nvSpPr>
      <dsp:spPr bwMode="white">
        <a:xfrm>
          <a:off x="35346" y="1590578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90000"/>
            <a:satOff val="-2352"/>
            <a:lumOff val="4902"/>
            <a:alpha val="70196"/>
          </a:schemeClr>
        </a:fillRef>
        <a:effectRef idx="0">
          <a:scrgbClr r="0" g="0" b="0"/>
        </a:effectRef>
        <a:fontRef idx="minor"/>
      </dsp:style>
      <dsp:txXfrm>
        <a:off x="35346" y="1590578"/>
        <a:ext cx="383540" cy="282769"/>
      </dsp:txXfrm>
    </dsp:sp>
    <dsp:sp modelId="{19CDC206-0A38-42B7-BF3E-A37C53E90FE6}">
      <dsp:nvSpPr>
        <dsp:cNvPr id="13" name="圆角矩形 12"/>
        <dsp:cNvSpPr/>
      </dsp:nvSpPr>
      <dsp:spPr bwMode="white">
        <a:xfrm>
          <a:off x="0" y="1944040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944040"/>
        <a:ext cx="1917700" cy="353462"/>
      </dsp:txXfrm>
    </dsp:sp>
    <dsp:sp modelId="{95FF57A5-ED71-429F-9D5B-E51EE6D7EA75}">
      <dsp:nvSpPr>
        <dsp:cNvPr id="14" name="圆角矩形 13"/>
        <dsp:cNvSpPr/>
      </dsp:nvSpPr>
      <dsp:spPr bwMode="white">
        <a:xfrm>
          <a:off x="35346" y="1979386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12500"/>
            <a:satOff val="-2940"/>
            <a:lumOff val="6127"/>
            <a:alpha val="65196"/>
          </a:schemeClr>
        </a:fillRef>
        <a:effectRef idx="0">
          <a:scrgbClr r="0" g="0" b="0"/>
        </a:effectRef>
        <a:fontRef idx="minor"/>
      </dsp:style>
      <dsp:txXfrm>
        <a:off x="35346" y="1979386"/>
        <a:ext cx="383540" cy="282769"/>
      </dsp:txXfrm>
    </dsp:sp>
    <dsp:sp modelId="{DE0B79E8-1345-4410-9F40-5E1A3EBF2002}">
      <dsp:nvSpPr>
        <dsp:cNvPr id="15" name="圆角矩形 14"/>
        <dsp:cNvSpPr/>
      </dsp:nvSpPr>
      <dsp:spPr bwMode="white">
        <a:xfrm>
          <a:off x="0" y="2332847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2332847"/>
        <a:ext cx="1917700" cy="353462"/>
      </dsp:txXfrm>
    </dsp:sp>
    <dsp:sp modelId="{9B48C841-22C9-497E-B9F4-0756A9735BA1}">
      <dsp:nvSpPr>
        <dsp:cNvPr id="16" name="圆角矩形 15"/>
        <dsp:cNvSpPr/>
      </dsp:nvSpPr>
      <dsp:spPr bwMode="white">
        <a:xfrm>
          <a:off x="35346" y="2368194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35000"/>
            <a:satOff val="-3528"/>
            <a:lumOff val="7353"/>
            <a:alpha val="60196"/>
          </a:schemeClr>
        </a:fillRef>
        <a:effectRef idx="0">
          <a:scrgbClr r="0" g="0" b="0"/>
        </a:effectRef>
        <a:fontRef idx="minor"/>
      </dsp:style>
      <dsp:txXfrm>
        <a:off x="35346" y="2368194"/>
        <a:ext cx="383540" cy="282769"/>
      </dsp:txXfrm>
    </dsp:sp>
    <dsp:sp modelId="{D7042EFD-CCE5-4CA8-A3F3-419686917197}">
      <dsp:nvSpPr>
        <dsp:cNvPr id="17" name="圆角矩形 16"/>
        <dsp:cNvSpPr/>
      </dsp:nvSpPr>
      <dsp:spPr bwMode="white">
        <a:xfrm>
          <a:off x="0" y="2721655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5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2721655"/>
        <a:ext cx="1917700" cy="353462"/>
      </dsp:txXfrm>
    </dsp:sp>
    <dsp:sp modelId="{496928D0-279A-404C-9494-F9AEFF1DA841}">
      <dsp:nvSpPr>
        <dsp:cNvPr id="18" name="圆角矩形 17"/>
        <dsp:cNvSpPr/>
      </dsp:nvSpPr>
      <dsp:spPr bwMode="white">
        <a:xfrm>
          <a:off x="35346" y="2757002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57500"/>
            <a:satOff val="-4117"/>
            <a:lumOff val="8578"/>
            <a:alpha val="55196"/>
          </a:schemeClr>
        </a:fillRef>
        <a:effectRef idx="0">
          <a:scrgbClr r="0" g="0" b="0"/>
        </a:effectRef>
        <a:fontRef idx="minor"/>
      </dsp:style>
      <dsp:txXfrm>
        <a:off x="35346" y="2757002"/>
        <a:ext cx="383540" cy="282769"/>
      </dsp:txXfrm>
    </dsp:sp>
    <dsp:sp modelId="{F7325B12-B68A-4A84-8ED8-D4B790DBB36E}">
      <dsp:nvSpPr>
        <dsp:cNvPr id="19" name="圆角矩形 18"/>
        <dsp:cNvSpPr/>
      </dsp:nvSpPr>
      <dsp:spPr bwMode="white">
        <a:xfrm>
          <a:off x="0" y="3110463"/>
          <a:ext cx="1917700" cy="35346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3110463"/>
        <a:ext cx="1917700" cy="353462"/>
      </dsp:txXfrm>
    </dsp:sp>
    <dsp:sp modelId="{6E1FFB89-BF20-43BD-ACE3-941E30684381}">
      <dsp:nvSpPr>
        <dsp:cNvPr id="20" name="圆角矩形 19"/>
        <dsp:cNvSpPr/>
      </dsp:nvSpPr>
      <dsp:spPr bwMode="white">
        <a:xfrm>
          <a:off x="35346" y="3145809"/>
          <a:ext cx="383540" cy="28276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80000"/>
            <a:satOff val="-4705"/>
            <a:lumOff val="9804"/>
            <a:alpha val="50196"/>
          </a:schemeClr>
        </a:fillRef>
        <a:effectRef idx="0">
          <a:scrgbClr r="0" g="0" b="0"/>
        </a:effectRef>
        <a:fontRef idx="minor"/>
      </dsp:style>
      <dsp:txXfrm>
        <a:off x="35346" y="3145809"/>
        <a:ext cx="383540" cy="2827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917700" cy="3033395"/>
        <a:chOff x="0" y="0"/>
        <a:chExt cx="1917700" cy="3033395"/>
      </a:xfrm>
    </dsp:grpSpPr>
    <dsp:sp modelId="{59E8ACA1-F6CD-4305-8E84-F80CD676165B}">
      <dsp:nvSpPr>
        <dsp:cNvPr id="3" name="圆角矩形 2"/>
        <dsp:cNvSpPr/>
      </dsp:nvSpPr>
      <dsp:spPr bwMode="white">
        <a:xfrm>
          <a:off x="0" y="0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包一村第一网格联防员</a:t>
          </a:r>
          <a:endParaRPr lang="zh-CN" altLang="en-US"/>
        </a:p>
      </dsp:txBody>
      <dsp:txXfrm>
        <a:off x="0" y="0"/>
        <a:ext cx="1917700" cy="348666"/>
      </dsp:txXfrm>
    </dsp:sp>
    <dsp:sp modelId="{7D3926AE-D279-4284-8D3C-73162E8460EB}">
      <dsp:nvSpPr>
        <dsp:cNvPr id="4" name="圆角矩形 3"/>
        <dsp:cNvSpPr/>
      </dsp:nvSpPr>
      <dsp:spPr bwMode="white">
        <a:xfrm>
          <a:off x="34867" y="34867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Xfrm>
        <a:off x="34867" y="34867"/>
        <a:ext cx="383540" cy="278933"/>
      </dsp:txXfrm>
    </dsp:sp>
    <dsp:sp modelId="{9B126EFF-1D48-49B7-B796-EAC4B5BEB6DF}">
      <dsp:nvSpPr>
        <dsp:cNvPr id="5" name="圆角矩形 4"/>
        <dsp:cNvSpPr/>
      </dsp:nvSpPr>
      <dsp:spPr bwMode="white">
        <a:xfrm>
          <a:off x="0" y="383533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4482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姓名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包一村第二网格联防员</a:t>
          </a:r>
          <a:endParaRPr lang="zh-CN" altLang="en-US"/>
        </a:p>
      </dsp:txBody>
      <dsp:txXfrm>
        <a:off x="0" y="383533"/>
        <a:ext cx="1917700" cy="348666"/>
      </dsp:txXfrm>
    </dsp:sp>
    <dsp:sp modelId="{69FC1EAD-F719-466B-AF91-A31982FE0DB2}">
      <dsp:nvSpPr>
        <dsp:cNvPr id="6" name="圆角矩形 5"/>
        <dsp:cNvSpPr/>
      </dsp:nvSpPr>
      <dsp:spPr bwMode="white">
        <a:xfrm>
          <a:off x="34867" y="418399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25714"/>
            <a:satOff val="-671"/>
            <a:lumOff val="1401"/>
            <a:alpha val="84482"/>
          </a:schemeClr>
        </a:fillRef>
        <a:effectRef idx="0">
          <a:scrgbClr r="0" g="0" b="0"/>
        </a:effectRef>
        <a:fontRef idx="minor"/>
      </dsp:style>
      <dsp:txXfrm>
        <a:off x="34867" y="418399"/>
        <a:ext cx="383540" cy="278933"/>
      </dsp:txXfrm>
    </dsp:sp>
    <dsp:sp modelId="{931297A6-A963-407F-A273-60A3914D3556}">
      <dsp:nvSpPr>
        <dsp:cNvPr id="7" name="圆角矩形 6"/>
        <dsp:cNvSpPr/>
      </dsp:nvSpPr>
      <dsp:spPr bwMode="white">
        <a:xfrm>
          <a:off x="0" y="767065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8768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767065"/>
        <a:ext cx="1917700" cy="348666"/>
      </dsp:txXfrm>
    </dsp:sp>
    <dsp:sp modelId="{F29AB54A-9804-453B-BCBF-705B6E539867}">
      <dsp:nvSpPr>
        <dsp:cNvPr id="8" name="圆角矩形 7"/>
        <dsp:cNvSpPr/>
      </dsp:nvSpPr>
      <dsp:spPr bwMode="white">
        <a:xfrm>
          <a:off x="34867" y="801932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51428"/>
            <a:satOff val="-1344"/>
            <a:lumOff val="2801"/>
            <a:alpha val="78768"/>
          </a:schemeClr>
        </a:fillRef>
        <a:effectRef idx="0">
          <a:scrgbClr r="0" g="0" b="0"/>
        </a:effectRef>
        <a:fontRef idx="minor"/>
      </dsp:style>
      <dsp:txXfrm>
        <a:off x="34867" y="801932"/>
        <a:ext cx="383540" cy="278933"/>
      </dsp:txXfrm>
    </dsp:sp>
    <dsp:sp modelId="{8703ACE8-FA39-41B6-90DF-3FE5CE5D2F7F}">
      <dsp:nvSpPr>
        <dsp:cNvPr id="9" name="圆角矩形 8"/>
        <dsp:cNvSpPr/>
      </dsp:nvSpPr>
      <dsp:spPr bwMode="white">
        <a:xfrm>
          <a:off x="0" y="1150598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305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150598"/>
        <a:ext cx="1917700" cy="348666"/>
      </dsp:txXfrm>
    </dsp:sp>
    <dsp:sp modelId="{A3AAC6C1-8155-4077-B534-4777522D9181}">
      <dsp:nvSpPr>
        <dsp:cNvPr id="10" name="圆角矩形 9"/>
        <dsp:cNvSpPr/>
      </dsp:nvSpPr>
      <dsp:spPr bwMode="white">
        <a:xfrm>
          <a:off x="34867" y="1185465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77142"/>
            <a:satOff val="-2016"/>
            <a:lumOff val="4202"/>
            <a:alpha val="73053"/>
          </a:schemeClr>
        </a:fillRef>
        <a:effectRef idx="0">
          <a:scrgbClr r="0" g="0" b="0"/>
        </a:effectRef>
        <a:fontRef idx="minor"/>
      </dsp:style>
      <dsp:txXfrm>
        <a:off x="34867" y="1185465"/>
        <a:ext cx="383540" cy="278933"/>
      </dsp:txXfrm>
    </dsp:sp>
    <dsp:sp modelId="{2A0CF0F2-55AB-4574-A071-FEC4B02F6650}">
      <dsp:nvSpPr>
        <dsp:cNvPr id="11" name="圆角矩形 10"/>
        <dsp:cNvSpPr/>
      </dsp:nvSpPr>
      <dsp:spPr bwMode="white">
        <a:xfrm>
          <a:off x="0" y="1534131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733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534131"/>
        <a:ext cx="1917700" cy="348666"/>
      </dsp:txXfrm>
    </dsp:sp>
    <dsp:sp modelId="{05CFF813-18AC-472D-9519-74DA7CE1F925}">
      <dsp:nvSpPr>
        <dsp:cNvPr id="12" name="圆角矩形 11"/>
        <dsp:cNvSpPr/>
      </dsp:nvSpPr>
      <dsp:spPr bwMode="white">
        <a:xfrm>
          <a:off x="34867" y="1568997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02857"/>
            <a:satOff val="-2688"/>
            <a:lumOff val="5602"/>
            <a:alpha val="67339"/>
          </a:schemeClr>
        </a:fillRef>
        <a:effectRef idx="0">
          <a:scrgbClr r="0" g="0" b="0"/>
        </a:effectRef>
        <a:fontRef idx="minor"/>
      </dsp:style>
      <dsp:txXfrm>
        <a:off x="34867" y="1568997"/>
        <a:ext cx="383540" cy="278933"/>
      </dsp:txXfrm>
    </dsp:sp>
    <dsp:sp modelId="{19CDC206-0A38-42B7-BF3E-A37C53E90FE6}">
      <dsp:nvSpPr>
        <dsp:cNvPr id="13" name="圆角矩形 12"/>
        <dsp:cNvSpPr/>
      </dsp:nvSpPr>
      <dsp:spPr bwMode="white">
        <a:xfrm>
          <a:off x="0" y="1917664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1625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1917664"/>
        <a:ext cx="1917700" cy="348666"/>
      </dsp:txXfrm>
    </dsp:sp>
    <dsp:sp modelId="{95FF57A5-ED71-429F-9D5B-E51EE6D7EA75}">
      <dsp:nvSpPr>
        <dsp:cNvPr id="14" name="圆角矩形 13"/>
        <dsp:cNvSpPr/>
      </dsp:nvSpPr>
      <dsp:spPr bwMode="white">
        <a:xfrm>
          <a:off x="34867" y="1952530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28571"/>
            <a:satOff val="-3360"/>
            <a:lumOff val="7003"/>
            <a:alpha val="61625"/>
          </a:schemeClr>
        </a:fillRef>
        <a:effectRef idx="0">
          <a:scrgbClr r="0" g="0" b="0"/>
        </a:effectRef>
        <a:fontRef idx="minor"/>
      </dsp:style>
      <dsp:txXfrm>
        <a:off x="34867" y="1952530"/>
        <a:ext cx="383540" cy="278933"/>
      </dsp:txXfrm>
    </dsp:sp>
    <dsp:sp modelId="{DE0B79E8-1345-4410-9F40-5E1A3EBF2002}">
      <dsp:nvSpPr>
        <dsp:cNvPr id="15" name="圆角矩形 14"/>
        <dsp:cNvSpPr/>
      </dsp:nvSpPr>
      <dsp:spPr bwMode="white">
        <a:xfrm>
          <a:off x="0" y="2301196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591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2301196"/>
        <a:ext cx="1917700" cy="348666"/>
      </dsp:txXfrm>
    </dsp:sp>
    <dsp:sp modelId="{9B48C841-22C9-497E-B9F4-0756A9735BA1}">
      <dsp:nvSpPr>
        <dsp:cNvPr id="16" name="圆角矩形 15"/>
        <dsp:cNvSpPr/>
      </dsp:nvSpPr>
      <dsp:spPr bwMode="white">
        <a:xfrm>
          <a:off x="34867" y="2336063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54285"/>
            <a:satOff val="-4033"/>
            <a:lumOff val="8403"/>
            <a:alpha val="55910"/>
          </a:schemeClr>
        </a:fillRef>
        <a:effectRef idx="0">
          <a:scrgbClr r="0" g="0" b="0"/>
        </a:effectRef>
        <a:fontRef idx="minor"/>
      </dsp:style>
      <dsp:txXfrm>
        <a:off x="34867" y="2336063"/>
        <a:ext cx="383540" cy="278933"/>
      </dsp:txXfrm>
    </dsp:sp>
    <dsp:sp modelId="{D7042EFD-CCE5-4CA8-A3F3-419686917197}">
      <dsp:nvSpPr>
        <dsp:cNvPr id="17" name="圆角矩形 16"/>
        <dsp:cNvSpPr/>
      </dsp:nvSpPr>
      <dsp:spPr bwMode="white">
        <a:xfrm>
          <a:off x="0" y="2684729"/>
          <a:ext cx="1917700" cy="34866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670" tIns="26670" rIns="26670" bIns="26670" anchor="ctr"/>
        <a:lstStyle>
          <a:lvl1pPr algn="l">
            <a:defRPr sz="700"/>
          </a:lvl1pPr>
          <a:lvl2pPr marL="57150" indent="-57150" algn="l">
            <a:defRPr sz="500"/>
          </a:lvl2pPr>
          <a:lvl3pPr marL="114300" indent="-57150" algn="l">
            <a:defRPr sz="500"/>
          </a:lvl3pPr>
          <a:lvl4pPr marL="171450" indent="-57150" algn="l">
            <a:defRPr sz="500"/>
          </a:lvl4pPr>
          <a:lvl5pPr marL="228600" indent="-57150" algn="l">
            <a:defRPr sz="500"/>
          </a:lvl5pPr>
          <a:lvl6pPr marL="285750" indent="-57150" algn="l">
            <a:defRPr sz="500"/>
          </a:lvl6pPr>
          <a:lvl7pPr marL="342900" indent="-57150" algn="l">
            <a:defRPr sz="500"/>
          </a:lvl7pPr>
          <a:lvl8pPr marL="400050" indent="-57150" algn="l">
            <a:defRPr sz="500"/>
          </a:lvl8pPr>
          <a:lvl9pPr marL="457200" indent="-57150" algn="l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姓</a:t>
          </a:r>
          <a:r>
            <a:rPr lang="zh-CN" altLang="en-US">
              <a:sym typeface="+mn-ea"/>
            </a:rPr>
            <a:t>名</a:t>
          </a:r>
          <a:endParaRPr lang="zh-CN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>
              <a:sym typeface="+mn-ea"/>
            </a:rPr>
            <a:t>职</a:t>
          </a:r>
          <a:r>
            <a:rPr lang="zh-CN" altLang="en-US">
              <a:sym typeface="+mn-ea"/>
            </a:rPr>
            <a:t>务</a:t>
          </a:r>
          <a:endParaRPr lang="zh-CN" altLang="en-US"/>
        </a:p>
      </dsp:txBody>
      <dsp:txXfrm>
        <a:off x="0" y="2684729"/>
        <a:ext cx="1917700" cy="348666"/>
      </dsp:txXfrm>
    </dsp:sp>
    <dsp:sp modelId="{496928D0-279A-404C-9494-F9AEFF1DA841}">
      <dsp:nvSpPr>
        <dsp:cNvPr id="18" name="圆角矩形 17"/>
        <dsp:cNvSpPr/>
      </dsp:nvSpPr>
      <dsp:spPr bwMode="white">
        <a:xfrm>
          <a:off x="34867" y="2719596"/>
          <a:ext cx="383540" cy="27893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tint val="50000"/>
            <a:alpha val="90000"/>
            <a:hueOff val="180000"/>
            <a:satOff val="-4705"/>
            <a:lumOff val="9804"/>
            <a:alpha val="50196"/>
          </a:schemeClr>
        </a:fillRef>
        <a:effectRef idx="0">
          <a:scrgbClr r="0" g="0" b="0"/>
        </a:effectRef>
        <a:fontRef idx="minor"/>
      </dsp:style>
      <dsp:txXfrm>
        <a:off x="34867" y="2719596"/>
        <a:ext cx="383540" cy="278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3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6" Type="http://schemas.openxmlformats.org/officeDocument/2006/relationships/notesSlide" Target="../notesSlides/notesSlide3.xml"/><Relationship Id="rId55" Type="http://schemas.openxmlformats.org/officeDocument/2006/relationships/slideLayout" Target="../slideLayouts/slideLayout1.xml"/><Relationship Id="rId54" Type="http://schemas.openxmlformats.org/officeDocument/2006/relationships/tags" Target="../tags/tag43.xml"/><Relationship Id="rId53" Type="http://schemas.microsoft.com/office/2007/relationships/diagramDrawing" Target="../diagrams/drawing3.xml"/><Relationship Id="rId52" Type="http://schemas.openxmlformats.org/officeDocument/2006/relationships/diagramColors" Target="../diagrams/colors3.xml"/><Relationship Id="rId51" Type="http://schemas.openxmlformats.org/officeDocument/2006/relationships/diagramQuickStyle" Target="../diagrams/quickStyle3.xml"/><Relationship Id="rId50" Type="http://schemas.openxmlformats.org/officeDocument/2006/relationships/diagramLayout" Target="../diagrams/layout3.xml"/><Relationship Id="rId5" Type="http://schemas.openxmlformats.org/officeDocument/2006/relationships/tags" Target="../tags/tag12.xml"/><Relationship Id="rId49" Type="http://schemas.openxmlformats.org/officeDocument/2006/relationships/diagramData" Target="../diagrams/data3.xml"/><Relationship Id="rId48" Type="http://schemas.openxmlformats.org/officeDocument/2006/relationships/tags" Target="../tags/tag42.xml"/><Relationship Id="rId47" Type="http://schemas.openxmlformats.org/officeDocument/2006/relationships/tags" Target="../tags/tag41.xml"/><Relationship Id="rId46" Type="http://schemas.openxmlformats.org/officeDocument/2006/relationships/tags" Target="../tags/tag40.xml"/><Relationship Id="rId45" Type="http://schemas.openxmlformats.org/officeDocument/2006/relationships/tags" Target="../tags/tag39.xml"/><Relationship Id="rId44" Type="http://schemas.openxmlformats.org/officeDocument/2006/relationships/tags" Target="../tags/tag38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tags" Target="../tags/tag11.xml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image" Target="../media/image9.png"/><Relationship Id="rId36" Type="http://schemas.openxmlformats.org/officeDocument/2006/relationships/tags" Target="../tags/tag31.xml"/><Relationship Id="rId35" Type="http://schemas.microsoft.com/office/2007/relationships/diagramDrawing" Target="../diagrams/drawing2.xml"/><Relationship Id="rId34" Type="http://schemas.openxmlformats.org/officeDocument/2006/relationships/diagramColors" Target="../diagrams/colors2.xml"/><Relationship Id="rId33" Type="http://schemas.openxmlformats.org/officeDocument/2006/relationships/diagramQuickStyle" Target="../diagrams/quickStyle2.xml"/><Relationship Id="rId32" Type="http://schemas.openxmlformats.org/officeDocument/2006/relationships/diagramLayout" Target="../diagrams/layout2.xml"/><Relationship Id="rId31" Type="http://schemas.openxmlformats.org/officeDocument/2006/relationships/diagramData" Target="../diagrams/data2.xml"/><Relationship Id="rId30" Type="http://schemas.openxmlformats.org/officeDocument/2006/relationships/tags" Target="../tags/tag30.xml"/><Relationship Id="rId3" Type="http://schemas.openxmlformats.org/officeDocument/2006/relationships/tags" Target="../tags/tag10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9.xml"/><Relationship Id="rId19" Type="http://schemas.microsoft.com/office/2007/relationships/diagramDrawing" Target="../diagrams/drawing1.xml"/><Relationship Id="rId18" Type="http://schemas.openxmlformats.org/officeDocument/2006/relationships/diagramColors" Target="../diagrams/colors1.xml"/><Relationship Id="rId17" Type="http://schemas.openxmlformats.org/officeDocument/2006/relationships/diagramQuickStyle" Target="../diagrams/quickStyle1.xml"/><Relationship Id="rId16" Type="http://schemas.openxmlformats.org/officeDocument/2006/relationships/diagramLayout" Target="../diagrams/layout1.xml"/><Relationship Id="rId15" Type="http://schemas.openxmlformats.org/officeDocument/2006/relationships/diagramData" Target="../diagrams/data1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/>
        </p:nvGrpSpPr>
        <p:grpSpPr>
          <a:xfrm rot="0">
            <a:off x="1845945" y="1122680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32" name="组合 31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9" name="圆角矩形 38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138680" y="1880870"/>
            <a:ext cx="1839595" cy="3067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latin typeface="黑体" panose="02010609060101010101" charset="-122"/>
                <a:ea typeface="黑体" panose="02010609060101010101" charset="-122"/>
              </a:rPr>
              <a:t>输入姓名搜索</a:t>
            </a:r>
            <a:endParaRPr lang="zh-CN" altLang="en-US" sz="9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269490" y="2352675"/>
            <a:ext cx="1547495" cy="3067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镇府干部</a:t>
            </a:r>
            <a:endParaRPr lang="zh-CN" altLang="en-US" sz="9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269490" y="2814320"/>
            <a:ext cx="1547495" cy="3067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村（社区）两委干部</a:t>
            </a:r>
            <a:endParaRPr lang="zh-CN" altLang="en-US" sz="9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269490" y="3275965"/>
            <a:ext cx="1547495" cy="306705"/>
          </a:xfrm>
          <a:prstGeom prst="roundRect">
            <a:avLst/>
          </a:prstGeom>
          <a:solidFill>
            <a:srgbClr val="0070C0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网格联防员</a:t>
            </a:r>
            <a:endParaRPr lang="zh-CN" altLang="en-US" sz="9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" name="图片 7" descr="3b32313537383333393bb7c5b4f3beb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1255" y="1929765"/>
            <a:ext cx="220980" cy="22098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2738755" y="5344795"/>
            <a:ext cx="639445" cy="20066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数据更新</a:t>
            </a:r>
            <a:endParaRPr lang="zh-CN" altLang="en-US" sz="800"/>
          </a:p>
        </p:txBody>
      </p:sp>
      <p:sp>
        <p:nvSpPr>
          <p:cNvPr id="14" name="文本框 13"/>
          <p:cNvSpPr txBox="1"/>
          <p:nvPr/>
        </p:nvSpPr>
        <p:spPr>
          <a:xfrm>
            <a:off x="214630" y="270510"/>
            <a:ext cx="2451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方正公文小标宋" panose="02000500000000000000" charset="-122"/>
                <a:ea typeface="方正公文小标宋" panose="02000500000000000000" charset="-122"/>
              </a:rPr>
              <a:t>一级菜单</a:t>
            </a:r>
            <a:endParaRPr lang="zh-CN" altLang="en-US" sz="2800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81065" y="3618865"/>
            <a:ext cx="44958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汉仪晓波花月圆W" panose="00020600040101010101" charset="-122"/>
                <a:ea typeface="汉仪晓波花月圆W" panose="00020600040101010101" charset="-122"/>
                <a:sym typeface="+mn-ea"/>
              </a:rPr>
              <a:t>Please enter details here Please enter details here Please enter details here Please enter details here</a:t>
            </a:r>
            <a:endParaRPr lang="zh-CN" altLang="en-US" sz="1000">
              <a:solidFill>
                <a:schemeClr val="bg1"/>
              </a:solidFill>
              <a:latin typeface="汉仪晓波花月圆W" panose="00020600040101010101" charset="-122"/>
              <a:ea typeface="汉仪晓波花月圆W" panose="00020600040101010101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 rot="0">
            <a:off x="1845945" y="1114425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32" name="组合 31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9" name="圆角矩形 38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2056130" y="1552575"/>
            <a:ext cx="2018030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内设机构</a:t>
            </a:r>
            <a:endParaRPr lang="zh-CN" altLang="en-US" sz="14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1" name="图片 10" descr="343435383230373b333635353638353bc9cfd2bbb8f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9945" y="1620520"/>
            <a:ext cx="170815" cy="170815"/>
          </a:xfrm>
          <a:prstGeom prst="rect">
            <a:avLst/>
          </a:prstGeom>
        </p:spPr>
      </p:pic>
      <p:sp>
        <p:nvSpPr>
          <p:cNvPr id="75" name="圆角矩形 74"/>
          <p:cNvSpPr/>
          <p:nvPr/>
        </p:nvSpPr>
        <p:spPr>
          <a:xfrm>
            <a:off x="2193925" y="19932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镇党政领导班子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2193925" y="22599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党政和人大办公室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2193925" y="25266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党建和组织人事办公室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2193925" y="27933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经济发展办公室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2193925" y="30600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公共服务办公室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2193925" y="33267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平安法治办公室（司法所）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2193925" y="35934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应急管理办公室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2193925" y="38601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规划建设办公室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2193925" y="41268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产业促进办公室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2193925" y="43935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社会保障办公室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2193925" y="46602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纪检监察办公室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2193925" y="4926965"/>
            <a:ext cx="172720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综合行政执法队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100" name="图片 99" descr="3b32313537323334333bc8fdbdc7d0c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 flipV="1">
            <a:off x="3006725" y="5400675"/>
            <a:ext cx="101600" cy="221615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 rot="0">
            <a:off x="4724400" y="1115060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102" name="组合 101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103" name="圆角矩形 102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圆角矩形 103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圆角矩形 105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圆角矩形 106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8" name="圆角矩形 107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圆角矩形 109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3" name="圆角矩形 122"/>
          <p:cNvSpPr/>
          <p:nvPr/>
        </p:nvSpPr>
        <p:spPr>
          <a:xfrm>
            <a:off x="4925060" y="1553210"/>
            <a:ext cx="2018030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村（社区）</a:t>
            </a:r>
            <a:endParaRPr lang="zh-CN" altLang="en-US" sz="14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24" name="图片 123" descr="343435383230373b333635353638353bc9cfd2bbb8f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575" y="1621155"/>
            <a:ext cx="170815" cy="170815"/>
          </a:xfrm>
          <a:prstGeom prst="rect">
            <a:avLst/>
          </a:prstGeom>
        </p:spPr>
      </p:pic>
      <p:sp>
        <p:nvSpPr>
          <p:cNvPr id="125" name="圆角矩形 124"/>
          <p:cNvSpPr/>
          <p:nvPr/>
        </p:nvSpPr>
        <p:spPr>
          <a:xfrm>
            <a:off x="5029200" y="19939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>
            <a:off x="5650230" y="19939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6286500" y="1993900"/>
            <a:ext cx="59245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7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诗书社区</a:t>
            </a:r>
            <a:endParaRPr lang="zh-CN" altLang="en-US" sz="7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5029200" y="22606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5029200" y="43942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5029200" y="46609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5029200" y="25273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5029200" y="27940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5029200" y="30607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5029200" y="33274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5029200" y="35941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5029200" y="38608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5029200" y="41275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5029200" y="4927600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5650230" y="22606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5650230" y="25273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5650230" y="27940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5650230" y="30607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5650230" y="33274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5650230" y="35941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5650230" y="38608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5650230" y="41275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5650230" y="43942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5650230" y="46609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5650230" y="49276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0" name="圆角矩形 149"/>
          <p:cNvSpPr/>
          <p:nvPr/>
        </p:nvSpPr>
        <p:spPr>
          <a:xfrm>
            <a:off x="6285865" y="22606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6286500" y="25273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6286500" y="27940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6286500" y="30607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6286500" y="33274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6286500" y="35941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285865" y="38608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6286500" y="41275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6285865" y="43942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286500" y="46482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6286500" y="4927600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6" name="组合 185"/>
          <p:cNvGrpSpPr/>
          <p:nvPr/>
        </p:nvGrpSpPr>
        <p:grpSpPr>
          <a:xfrm rot="0">
            <a:off x="7667625" y="1114425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187" name="组合 186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188" name="圆角矩形 187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9" name="圆角矩形 188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0" name="圆角矩形 189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1" name="圆角矩形 190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2" name="圆角矩形 191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93" name="圆角矩形 192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4" name="圆角矩形 193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5" name="圆角矩形 194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6" name="圆角矩形 195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7" name="圆角矩形 196"/>
          <p:cNvSpPr/>
          <p:nvPr/>
        </p:nvSpPr>
        <p:spPr>
          <a:xfrm>
            <a:off x="7868285" y="1552575"/>
            <a:ext cx="2018030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村（社区）</a:t>
            </a:r>
            <a:endParaRPr lang="zh-CN" altLang="en-US" sz="14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98" name="图片 197" descr="343435383230373b333635353638353bc9cfd2bbb8f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0" y="1620520"/>
            <a:ext cx="170815" cy="170815"/>
          </a:xfrm>
          <a:prstGeom prst="rect">
            <a:avLst/>
          </a:prstGeom>
        </p:spPr>
      </p:pic>
      <p:sp>
        <p:nvSpPr>
          <p:cNvPr id="199" name="圆角矩形 198"/>
          <p:cNvSpPr/>
          <p:nvPr/>
        </p:nvSpPr>
        <p:spPr>
          <a:xfrm>
            <a:off x="7972425" y="19932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8593455" y="19932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9229725" y="1993265"/>
            <a:ext cx="59245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7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诗书社区</a:t>
            </a:r>
            <a:endParaRPr lang="zh-CN" altLang="en-US" sz="7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7972425" y="22599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7972425" y="43935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4" name="圆角矩形 203"/>
          <p:cNvSpPr/>
          <p:nvPr/>
        </p:nvSpPr>
        <p:spPr>
          <a:xfrm>
            <a:off x="7972425" y="46602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7972425" y="25266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6" name="圆角矩形 205"/>
          <p:cNvSpPr/>
          <p:nvPr/>
        </p:nvSpPr>
        <p:spPr>
          <a:xfrm>
            <a:off x="7972425" y="27933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7972425" y="30600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7972425" y="33267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9" name="圆角矩形 208"/>
          <p:cNvSpPr/>
          <p:nvPr/>
        </p:nvSpPr>
        <p:spPr>
          <a:xfrm>
            <a:off x="7972425" y="35934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7972425" y="38601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1" name="圆角矩形 210"/>
          <p:cNvSpPr/>
          <p:nvPr/>
        </p:nvSpPr>
        <p:spPr>
          <a:xfrm>
            <a:off x="7972425" y="41268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7972425" y="4926965"/>
            <a:ext cx="583565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包一村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8593455" y="22599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8593455" y="25266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8593455" y="27933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8593455" y="30600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7" name="圆角矩形 216"/>
          <p:cNvSpPr/>
          <p:nvPr/>
        </p:nvSpPr>
        <p:spPr>
          <a:xfrm>
            <a:off x="8593455" y="33267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8" name="圆角矩形 217"/>
          <p:cNvSpPr/>
          <p:nvPr/>
        </p:nvSpPr>
        <p:spPr>
          <a:xfrm>
            <a:off x="8593455" y="35934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8593455" y="38601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0" name="圆角矩形 219"/>
          <p:cNvSpPr/>
          <p:nvPr/>
        </p:nvSpPr>
        <p:spPr>
          <a:xfrm>
            <a:off x="8593455" y="41268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8593455" y="43935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8593455" y="46602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8593455" y="49269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4" name="圆角矩形 223"/>
          <p:cNvSpPr/>
          <p:nvPr/>
        </p:nvSpPr>
        <p:spPr>
          <a:xfrm>
            <a:off x="9229090" y="22599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9229725" y="25266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6" name="圆角矩形 225"/>
          <p:cNvSpPr/>
          <p:nvPr/>
        </p:nvSpPr>
        <p:spPr>
          <a:xfrm>
            <a:off x="9229725" y="27933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9229725" y="30600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9229725" y="33267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9229725" y="35934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0" name="圆角矩形 229"/>
          <p:cNvSpPr/>
          <p:nvPr/>
        </p:nvSpPr>
        <p:spPr>
          <a:xfrm>
            <a:off x="9229090" y="38601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229725" y="41268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2" name="圆角矩形 231"/>
          <p:cNvSpPr/>
          <p:nvPr/>
        </p:nvSpPr>
        <p:spPr>
          <a:xfrm>
            <a:off x="9229090" y="43935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9229725" y="46475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4" name="圆角矩形 233"/>
          <p:cNvSpPr/>
          <p:nvPr/>
        </p:nvSpPr>
        <p:spPr>
          <a:xfrm>
            <a:off x="9229725" y="4926965"/>
            <a:ext cx="593090" cy="2159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ln>
                  <a:noFill/>
                </a:ln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包二村</a:t>
            </a:r>
            <a:endParaRPr lang="zh-CN" altLang="en-US" sz="800">
              <a:ln>
                <a:noFill/>
              </a:ln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35" name="图片 234" descr="3b32313537323334333bc8fdbdc7d0ce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 flipV="1">
            <a:off x="5895975" y="5400675"/>
            <a:ext cx="101600" cy="221615"/>
          </a:xfrm>
          <a:prstGeom prst="rect">
            <a:avLst/>
          </a:prstGeom>
        </p:spPr>
      </p:pic>
      <p:pic>
        <p:nvPicPr>
          <p:cNvPr id="236" name="图片 235" descr="3b32313537323334333bc8fdbdc7d0c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 flipV="1">
            <a:off x="8826500" y="5400675"/>
            <a:ext cx="101600" cy="221615"/>
          </a:xfrm>
          <a:prstGeom prst="rect">
            <a:avLst/>
          </a:prstGeom>
        </p:spPr>
      </p:pic>
      <p:sp>
        <p:nvSpPr>
          <p:cNvPr id="237" name="文本框 236"/>
          <p:cNvSpPr txBox="1"/>
          <p:nvPr/>
        </p:nvSpPr>
        <p:spPr>
          <a:xfrm>
            <a:off x="214630" y="270510"/>
            <a:ext cx="2451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方正公文小标宋" panose="02000500000000000000" charset="-122"/>
                <a:ea typeface="方正公文小标宋" panose="02000500000000000000" charset="-122"/>
              </a:rPr>
              <a:t>二级菜单</a:t>
            </a:r>
            <a:endParaRPr lang="zh-CN" altLang="en-US" sz="2800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>
            <p:custDataLst>
              <p:tags r:id="rId1"/>
            </p:custDataLst>
          </p:nvPr>
        </p:nvGrpSpPr>
        <p:grpSpPr>
          <a:xfrm rot="0">
            <a:off x="1873885" y="1136650"/>
            <a:ext cx="2431415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32" name="组合 31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33" name="圆角矩形 32"/>
              <p:cNvSpPr/>
              <p:nvPr>
                <p:custDataLst>
                  <p:tags r:id="rId2"/>
                </p:custDataLst>
              </p:nvPr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>
                <p:custDataLst>
                  <p:tags r:id="rId3"/>
                </p:custDataLst>
              </p:nvPr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>
                <p:custDataLst>
                  <p:tags r:id="rId4"/>
                </p:custDataLst>
              </p:nvPr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>
                <p:custDataLst>
                  <p:tags r:id="rId5"/>
                </p:custDataLst>
              </p:nvPr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>
                <p:custDataLst>
                  <p:tags r:id="rId6"/>
                </p:custDataLst>
              </p:nvPr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9" name="圆角矩形 38"/>
            <p:cNvSpPr/>
            <p:nvPr>
              <p:custDataLst>
                <p:tags r:id="rId7"/>
              </p:custDataLst>
            </p:nvPr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>
              <p:custDataLst>
                <p:tags r:id="rId8"/>
              </p:custDataLst>
            </p:nvPr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>
              <p:custDataLst>
                <p:tags r:id="rId9"/>
              </p:custDataLst>
            </p:nvPr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圆角矩形 3"/>
          <p:cNvSpPr/>
          <p:nvPr>
            <p:custDataLst>
              <p:tags r:id="rId11"/>
            </p:custDataLst>
          </p:nvPr>
        </p:nvSpPr>
        <p:spPr>
          <a:xfrm>
            <a:off x="2234565" y="1553845"/>
            <a:ext cx="1802765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党政和人大办公室</a:t>
            </a:r>
            <a:endParaRPr lang="zh-CN" altLang="en-US" sz="12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1" name="图片 10" descr="343435383230373b333635353638353bc9cfd2bbb8f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24075" y="1621155"/>
            <a:ext cx="171450" cy="1714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214630" y="270510"/>
            <a:ext cx="2451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方正公文小标宋" panose="02000500000000000000" charset="-122"/>
                <a:ea typeface="方正公文小标宋" panose="02000500000000000000" charset="-122"/>
              </a:rPr>
              <a:t>三级菜单</a:t>
            </a:r>
            <a:endParaRPr lang="zh-CN" altLang="en-US" sz="2800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graphicFrame>
        <p:nvGraphicFramePr>
          <p:cNvPr id="52" name="图示 51"/>
          <p:cNvGraphicFramePr/>
          <p:nvPr/>
        </p:nvGraphicFramePr>
        <p:xfrm>
          <a:off x="2124075" y="2008505"/>
          <a:ext cx="1917700" cy="3463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pSp>
        <p:nvGrpSpPr>
          <p:cNvPr id="93" name="组合 92"/>
          <p:cNvGrpSpPr/>
          <p:nvPr>
            <p:custDataLst>
              <p:tags r:id="rId20"/>
            </p:custDataLst>
          </p:nvPr>
        </p:nvGrpSpPr>
        <p:grpSpPr>
          <a:xfrm rot="0">
            <a:off x="4845685" y="1136650"/>
            <a:ext cx="2431415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94" name="组合 93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95" name="圆角矩形 94"/>
              <p:cNvSpPr/>
              <p:nvPr>
                <p:custDataLst>
                  <p:tags r:id="rId21"/>
                </p:custDataLst>
              </p:nvPr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圆角矩形 95"/>
              <p:cNvSpPr/>
              <p:nvPr>
                <p:custDataLst>
                  <p:tags r:id="rId22"/>
                </p:custDataLst>
              </p:nvPr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>
                <p:custDataLst>
                  <p:tags r:id="rId23"/>
                </p:custDataLst>
              </p:nvPr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>
                <p:custDataLst>
                  <p:tags r:id="rId24"/>
                </p:custDataLst>
              </p:nvPr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0" name="圆角矩形 99"/>
            <p:cNvSpPr/>
            <p:nvPr>
              <p:custDataLst>
                <p:tags r:id="rId26"/>
              </p:custDataLst>
            </p:nvPr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" name="圆角矩形 100"/>
            <p:cNvSpPr/>
            <p:nvPr>
              <p:custDataLst>
                <p:tags r:id="rId27"/>
              </p:custDataLst>
            </p:nvPr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" name="圆角矩形 101"/>
            <p:cNvSpPr/>
            <p:nvPr>
              <p:custDataLst>
                <p:tags r:id="rId28"/>
              </p:custDataLst>
            </p:nvPr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圆角矩形 102"/>
            <p:cNvSpPr/>
            <p:nvPr>
              <p:custDataLst>
                <p:tags r:id="rId29"/>
              </p:custDataLst>
            </p:nvPr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4" name="圆角矩形 103"/>
          <p:cNvSpPr/>
          <p:nvPr>
            <p:custDataLst>
              <p:tags r:id="rId30"/>
            </p:custDataLst>
          </p:nvPr>
        </p:nvSpPr>
        <p:spPr>
          <a:xfrm>
            <a:off x="5206365" y="1553845"/>
            <a:ext cx="1802765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包一村</a:t>
            </a:r>
            <a:endParaRPr lang="zh-CN" altLang="en-US" sz="12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graphicFrame>
        <p:nvGraphicFramePr>
          <p:cNvPr id="106" name="图示 105"/>
          <p:cNvGraphicFramePr/>
          <p:nvPr/>
        </p:nvGraphicFramePr>
        <p:xfrm>
          <a:off x="5095875" y="2008505"/>
          <a:ext cx="1917700" cy="3463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1" r:lo="rId32" r:qs="rId33" r:cs="rId34"/>
          </a:graphicData>
        </a:graphic>
      </p:graphicFrame>
      <p:pic>
        <p:nvPicPr>
          <p:cNvPr id="111" name="图片 110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5095875" y="1593215"/>
            <a:ext cx="205105" cy="205105"/>
          </a:xfrm>
          <a:prstGeom prst="rect">
            <a:avLst/>
          </a:prstGeom>
        </p:spPr>
      </p:pic>
      <p:grpSp>
        <p:nvGrpSpPr>
          <p:cNvPr id="115" name="组合 114"/>
          <p:cNvGrpSpPr/>
          <p:nvPr>
            <p:custDataLst>
              <p:tags r:id="rId38"/>
            </p:custDataLst>
          </p:nvPr>
        </p:nvGrpSpPr>
        <p:grpSpPr>
          <a:xfrm rot="0">
            <a:off x="8151495" y="1136650"/>
            <a:ext cx="2431415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116" name="组合 115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117" name="圆角矩形 116"/>
              <p:cNvSpPr/>
              <p:nvPr>
                <p:custDataLst>
                  <p:tags r:id="rId39"/>
                </p:custDataLst>
              </p:nvPr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圆角矩形 117"/>
              <p:cNvSpPr/>
              <p:nvPr>
                <p:custDataLst>
                  <p:tags r:id="rId40"/>
                </p:custDataLst>
              </p:nvPr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圆角矩形 118"/>
              <p:cNvSpPr/>
              <p:nvPr>
                <p:custDataLst>
                  <p:tags r:id="rId41"/>
                </p:custDataLst>
              </p:nvPr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圆角矩形 119"/>
              <p:cNvSpPr/>
              <p:nvPr>
                <p:custDataLst>
                  <p:tags r:id="rId42"/>
                </p:custDataLst>
              </p:nvPr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圆角矩形 1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22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圆角矩形 122"/>
            <p:cNvSpPr/>
            <p:nvPr>
              <p:custDataLst>
                <p:tags r:id="rId45"/>
              </p:custDataLst>
            </p:nvPr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圆角矩形 123"/>
            <p:cNvSpPr/>
            <p:nvPr>
              <p:custDataLst>
                <p:tags r:id="rId46"/>
              </p:custDataLst>
            </p:nvPr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圆角矩形 124"/>
            <p:cNvSpPr/>
            <p:nvPr>
              <p:custDataLst>
                <p:tags r:id="rId47"/>
              </p:custDataLst>
            </p:nvPr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6" name="圆角矩形 125"/>
          <p:cNvSpPr/>
          <p:nvPr>
            <p:custDataLst>
              <p:tags r:id="rId48"/>
            </p:custDataLst>
          </p:nvPr>
        </p:nvSpPr>
        <p:spPr>
          <a:xfrm>
            <a:off x="8524875" y="1581785"/>
            <a:ext cx="1802765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包一村</a:t>
            </a:r>
            <a:endParaRPr lang="zh-CN" altLang="en-US" sz="12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graphicFrame>
        <p:nvGraphicFramePr>
          <p:cNvPr id="127" name="图示 126"/>
          <p:cNvGraphicFramePr/>
          <p:nvPr/>
        </p:nvGraphicFramePr>
        <p:xfrm>
          <a:off x="8414385" y="2036445"/>
          <a:ext cx="1917700" cy="3033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9" r:lo="rId50" r:qs="rId51" r:cs="rId52"/>
          </a:graphicData>
        </a:graphic>
      </p:graphicFrame>
      <p:pic>
        <p:nvPicPr>
          <p:cNvPr id="128" name="图片 127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8414385" y="1621155"/>
            <a:ext cx="205105" cy="205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1" name="组合 30"/>
          <p:cNvGrpSpPr/>
          <p:nvPr/>
        </p:nvGrpSpPr>
        <p:grpSpPr>
          <a:xfrm rot="0">
            <a:off x="1845945" y="1122680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32" name="组合 31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9" name="圆角矩形 38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2056130" y="1552575"/>
            <a:ext cx="2018030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人员详情</a:t>
            </a:r>
            <a:endParaRPr lang="zh-CN" altLang="en-US" sz="14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1" name="图片 10" descr="343435383230373b333635353638353bc9cfd2bbb8f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9945" y="1620520"/>
            <a:ext cx="170815" cy="170815"/>
          </a:xfrm>
          <a:prstGeom prst="rect">
            <a:avLst/>
          </a:prstGeom>
        </p:spPr>
      </p:pic>
      <p:sp>
        <p:nvSpPr>
          <p:cNvPr id="22" name="椭圆 21"/>
          <p:cNvSpPr/>
          <p:nvPr/>
        </p:nvSpPr>
        <p:spPr>
          <a:xfrm>
            <a:off x="2734310" y="1918970"/>
            <a:ext cx="646430" cy="649605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头像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2054860" y="269494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姓</a:t>
            </a:r>
            <a:r>
              <a:rPr lang="en-US" altLang="zh-CN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     </a:t>
            </a:r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名：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161665" y="2694940"/>
            <a:ext cx="91249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性别：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2054860" y="29679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出生年月：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054860" y="324104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工作时间：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2054860" y="35140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入党时间：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3161665" y="29679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学历：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3161665" y="324104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身份：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3161665" y="35140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籍贯：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054860" y="3787140"/>
            <a:ext cx="2018030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现任职务：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056130" y="4060190"/>
            <a:ext cx="2018030" cy="241300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个人简历：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054860" y="4358640"/>
            <a:ext cx="2018030" cy="329565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家庭成员及重要社会关系：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2054860" y="4745355"/>
            <a:ext cx="2018030" cy="259715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个人奖惩：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054860" y="5062220"/>
            <a:ext cx="2018030" cy="259715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简要评价：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 rot="0">
            <a:off x="4884420" y="1122680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90" name="组合 89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91" name="圆角矩形 90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圆角矩形 92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圆角矩形 93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6" name="圆角矩形 95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圆角矩形 96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圆角矩形 97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圆角矩形 98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0" name="圆角矩形 99"/>
          <p:cNvSpPr/>
          <p:nvPr/>
        </p:nvSpPr>
        <p:spPr>
          <a:xfrm>
            <a:off x="5094605" y="1552575"/>
            <a:ext cx="2018030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人员详情</a:t>
            </a:r>
            <a:endParaRPr lang="zh-CN" altLang="en-US" sz="14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01" name="图片 100" descr="343435383230373b333635353638353bc9cfd2bbb8f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/>
          <a:stretch>
            <a:fillRect/>
          </a:stretch>
        </p:blipFill>
        <p:spPr>
          <a:xfrm>
            <a:off x="5138420" y="1620520"/>
            <a:ext cx="170815" cy="170815"/>
          </a:xfrm>
          <a:prstGeom prst="rect">
            <a:avLst/>
          </a:prstGeom>
        </p:spPr>
      </p:pic>
      <p:sp>
        <p:nvSpPr>
          <p:cNvPr id="102" name="椭圆 101"/>
          <p:cNvSpPr/>
          <p:nvPr/>
        </p:nvSpPr>
        <p:spPr>
          <a:xfrm>
            <a:off x="5772785" y="1918970"/>
            <a:ext cx="646430" cy="649605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头像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5093335" y="269494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姓</a:t>
            </a:r>
            <a:r>
              <a:rPr lang="en-US" altLang="zh-CN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     </a:t>
            </a:r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名：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6200140" y="2694940"/>
            <a:ext cx="91249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性别：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5093335" y="29679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出生年月：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5093335" y="324104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工作时间：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5093335" y="35140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入党时间：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6200140" y="29679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学历：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6200140" y="324104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身份：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6200140" y="3514090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籍贯：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5093335" y="3787140"/>
            <a:ext cx="2018030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现任职务：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5094605" y="4060190"/>
            <a:ext cx="2018030" cy="241300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个人简历：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5093335" y="4358640"/>
            <a:ext cx="2018030" cy="259715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简要评价：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 rot="0">
            <a:off x="7989570" y="1123315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117" name="组合 116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118" name="圆角矩形 117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圆角矩形 118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圆角矩形 119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圆角矩形 120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圆角矩形 121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23" name="圆角矩形 122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圆角矩形 123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圆角矩形 124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圆角矩形 125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7" name="圆角矩形 126"/>
          <p:cNvSpPr/>
          <p:nvPr/>
        </p:nvSpPr>
        <p:spPr>
          <a:xfrm>
            <a:off x="8199755" y="1553210"/>
            <a:ext cx="2018030" cy="30670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人员详情</a:t>
            </a:r>
            <a:endParaRPr lang="zh-CN" altLang="en-US" sz="140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pic>
        <p:nvPicPr>
          <p:cNvPr id="128" name="图片 127" descr="343435383230373b333635353638353bc9cfd2bbb8f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/>
          <a:stretch>
            <a:fillRect/>
          </a:stretch>
        </p:blipFill>
        <p:spPr>
          <a:xfrm>
            <a:off x="8243570" y="1621155"/>
            <a:ext cx="170815" cy="170815"/>
          </a:xfrm>
          <a:prstGeom prst="rect">
            <a:avLst/>
          </a:prstGeom>
        </p:spPr>
      </p:pic>
      <p:sp>
        <p:nvSpPr>
          <p:cNvPr id="129" name="椭圆 128"/>
          <p:cNvSpPr/>
          <p:nvPr/>
        </p:nvSpPr>
        <p:spPr>
          <a:xfrm>
            <a:off x="8877935" y="1919605"/>
            <a:ext cx="646430" cy="649605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头像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8198485" y="269557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姓</a:t>
            </a:r>
            <a:r>
              <a:rPr lang="en-US" altLang="zh-CN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     </a:t>
            </a:r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名：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9305290" y="2695575"/>
            <a:ext cx="91249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性别：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8198485" y="296862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出生年月：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8198485" y="324167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工作时间：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8198485" y="351472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入党时间：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9305290" y="296862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学历：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9305290" y="324167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身份：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9305290" y="3514725"/>
            <a:ext cx="911225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籍贯：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8198485" y="3787775"/>
            <a:ext cx="2018030" cy="21590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800">
                <a:solidFill>
                  <a:schemeClr val="tx1"/>
                </a:solidFill>
                <a:latin typeface="出版社印刷体" panose="02010600010101010101" charset="-122"/>
                <a:ea typeface="出版社印刷体" panose="02010600010101010101" charset="-122"/>
              </a:rPr>
              <a:t>现任职务：</a:t>
            </a:r>
            <a:endParaRPr lang="zh-CN" altLang="en-US" sz="800">
              <a:solidFill>
                <a:schemeClr val="tx1"/>
              </a:solidFill>
              <a:latin typeface="出版社印刷体" panose="02010600010101010101" charset="-122"/>
              <a:ea typeface="出版社印刷体" panose="02010600010101010101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214630" y="270510"/>
            <a:ext cx="2451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方正公文小标宋" panose="02000500000000000000" charset="-122"/>
                <a:ea typeface="方正公文小标宋" panose="02000500000000000000" charset="-122"/>
              </a:rPr>
              <a:t>四级菜单</a:t>
            </a:r>
            <a:endParaRPr lang="zh-CN" altLang="en-US" sz="2800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2376805" y="5876925"/>
            <a:ext cx="123825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镇府干部</a:t>
            </a:r>
            <a:endParaRPr lang="zh-CN" altLang="en-US" sz="1400"/>
          </a:p>
        </p:txBody>
      </p:sp>
      <p:sp>
        <p:nvSpPr>
          <p:cNvPr id="144" name="文本框 143"/>
          <p:cNvSpPr txBox="1"/>
          <p:nvPr/>
        </p:nvSpPr>
        <p:spPr>
          <a:xfrm>
            <a:off x="5199380" y="5876925"/>
            <a:ext cx="175895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/>
              <a:t>村（社区）两委干部</a:t>
            </a:r>
            <a:endParaRPr lang="zh-CN" altLang="en-US" sz="1200"/>
          </a:p>
        </p:txBody>
      </p:sp>
      <p:sp>
        <p:nvSpPr>
          <p:cNvPr id="145" name="文本框 144"/>
          <p:cNvSpPr txBox="1"/>
          <p:nvPr/>
        </p:nvSpPr>
        <p:spPr>
          <a:xfrm>
            <a:off x="8580120" y="5876925"/>
            <a:ext cx="123825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网格联防员</a:t>
            </a:r>
            <a:endParaRPr lang="zh-CN" altLang="en-US" sz="1400"/>
          </a:p>
        </p:txBody>
      </p:sp>
      <p:pic>
        <p:nvPicPr>
          <p:cNvPr id="147" name="图片 146" descr="343435383230373b333635353638353bc9cfd2bbb8f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/>
          <a:stretch>
            <a:fillRect/>
          </a:stretch>
        </p:blipFill>
        <p:spPr>
          <a:xfrm>
            <a:off x="2226945" y="-1626870"/>
            <a:ext cx="3545205" cy="3545205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785" y="1619885"/>
            <a:ext cx="171450" cy="171450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3570" y="164084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81065" y="3618865"/>
            <a:ext cx="44958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汉仪晓波花月圆W" panose="00020600040101010101" charset="-122"/>
                <a:ea typeface="汉仪晓波花月圆W" panose="00020600040101010101" charset="-122"/>
                <a:sym typeface="+mn-ea"/>
              </a:rPr>
              <a:t>Please enter details here Please enter details here Please enter details here Please enter details here</a:t>
            </a:r>
            <a:endParaRPr lang="zh-CN" altLang="en-US" sz="1000">
              <a:solidFill>
                <a:schemeClr val="bg1"/>
              </a:solidFill>
              <a:latin typeface="汉仪晓波花月圆W" panose="00020600040101010101" charset="-122"/>
              <a:ea typeface="汉仪晓波花月圆W" panose="00020600040101010101" charset="-122"/>
              <a:sym typeface="+mn-ea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287020" y="270510"/>
            <a:ext cx="2451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方正公文小标宋" panose="02000500000000000000" charset="-122"/>
                <a:ea typeface="方正公文小标宋" panose="02000500000000000000" charset="-122"/>
              </a:rPr>
              <a:t>数据导入界面</a:t>
            </a:r>
            <a:endParaRPr lang="zh-CN" altLang="en-US" sz="2800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 rot="0">
            <a:off x="1845945" y="1122680"/>
            <a:ext cx="2423160" cy="4629150"/>
            <a:chOff x="3211" y="2865"/>
            <a:chExt cx="4170" cy="7562"/>
          </a:xfrm>
          <a:effectLst>
            <a:outerShdw blurRad="190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grpSpPr>
        <p:grpSp>
          <p:nvGrpSpPr>
            <p:cNvPr id="65" name="组合 64"/>
            <p:cNvGrpSpPr/>
            <p:nvPr/>
          </p:nvGrpSpPr>
          <p:grpSpPr>
            <a:xfrm>
              <a:off x="3288" y="2865"/>
              <a:ext cx="4010" cy="7562"/>
              <a:chOff x="3915" y="2999"/>
              <a:chExt cx="6282" cy="11840"/>
            </a:xfrm>
          </p:grpSpPr>
          <p:sp>
            <p:nvSpPr>
              <p:cNvPr id="66" name="圆角矩形 65"/>
              <p:cNvSpPr/>
              <p:nvPr/>
            </p:nvSpPr>
            <p:spPr>
              <a:xfrm>
                <a:off x="3915" y="2999"/>
                <a:ext cx="6283" cy="11841"/>
              </a:xfrm>
              <a:prstGeom prst="roundRect">
                <a:avLst>
                  <a:gd name="adj" fmla="val 1030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192" y="3254"/>
                <a:ext cx="5728" cy="11331"/>
              </a:xfrm>
              <a:prstGeom prst="roundRect">
                <a:avLst>
                  <a:gd name="adj" fmla="val 9257"/>
                </a:avLst>
              </a:prstGeom>
              <a:gradFill>
                <a:gsLst>
                  <a:gs pos="0">
                    <a:srgbClr val="7C6BFE"/>
                  </a:gs>
                  <a:gs pos="100000">
                    <a:srgbClr val="66D8F4"/>
                  </a:gs>
                </a:gsLst>
                <a:lin ang="189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>
                <a:off x="5548" y="2999"/>
                <a:ext cx="3016" cy="688"/>
              </a:xfrm>
              <a:prstGeom prst="roundRect">
                <a:avLst>
                  <a:gd name="adj" fmla="val 497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>
                <a:off x="6613" y="3307"/>
                <a:ext cx="888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>
                <a:off x="7663" y="3307"/>
                <a:ext cx="130" cy="133"/>
              </a:xfrm>
              <a:prstGeom prst="roundRect">
                <a:avLst>
                  <a:gd name="adj" fmla="val 50000"/>
                </a:avLst>
              </a:prstGeom>
              <a:solidFill>
                <a:srgbClr val="E4E4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1" name="圆角矩形 70"/>
            <p:cNvSpPr/>
            <p:nvPr/>
          </p:nvSpPr>
          <p:spPr>
            <a:xfrm>
              <a:off x="3211" y="3711"/>
              <a:ext cx="184" cy="45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3211" y="4399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3211" y="5002"/>
              <a:ext cx="184" cy="567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7197" y="4165"/>
              <a:ext cx="184" cy="1134"/>
            </a:xfrm>
            <a:prstGeom prst="roundRect">
              <a:avLst>
                <a:gd name="adj" fmla="val 266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6" name="圆角矩形 75"/>
          <p:cNvSpPr/>
          <p:nvPr/>
        </p:nvSpPr>
        <p:spPr>
          <a:xfrm>
            <a:off x="2269490" y="2352675"/>
            <a:ext cx="1547495" cy="3067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导入表格数据</a:t>
            </a:r>
            <a:endParaRPr lang="zh-CN" altLang="en-US" sz="9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8339&quot;,&quot;origin&quot;:0,&quot;type&quot;:&quot;icons&quot;,&quot;user&quot;:&quot;1229401502&quot;}"/>
</p:tagLst>
</file>

<file path=ppt/tags/tag2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3.xml><?xml version="1.0" encoding="utf-8"?>
<p:tagLst xmlns:p="http://schemas.openxmlformats.org/presentationml/2006/main">
  <p:tag name="KSO_DOCER_RESOURCE_TRACE_INFO" val="{&quot;id&quot;:&quot;21572343&quot;,&quot;origin&quot;:0,&quot;type&quot;:&quot;icons&quot;,&quot;user&quot;:&quot;1229401502&quot;}"/>
</p:tagLst>
</file>

<file path=ppt/tags/tag4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5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6.xml><?xml version="1.0" encoding="utf-8"?>
<p:tagLst xmlns:p="http://schemas.openxmlformats.org/presentationml/2006/main">
  <p:tag name="KSO_DOCER_RESOURCE_TRACE_INFO" val="{&quot;id&quot;:&quot;21572343&quot;,&quot;origin&quot;:0,&quot;type&quot;:&quot;icons&quot;,&quot;user&quot;:&quot;1229401502&quot;}"/>
</p:tagLst>
</file>

<file path=ppt/tags/tag7.xml><?xml version="1.0" encoding="utf-8"?>
<p:tagLst xmlns:p="http://schemas.openxmlformats.org/presentationml/2006/main">
  <p:tag name="KSO_DOCER_RESOURCE_TRACE_INFO" val="{&quot;id&quot;:&quot;21572343&quot;,&quot;origin&quot;:0,&quot;type&quot;:&quot;icons&quot;,&quot;user&quot;:&quot;1229401502&quot;}"/>
</p:tagLst>
</file>

<file path=ppt/tags/tag8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9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0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1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2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3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4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5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6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7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8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19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  <p:tag name="KSO_WM_DIAGRAM_VIRTUALLY_FRAME" val="{&quot;height&quot;:711.25,&quot;left&quot;:62.95,&quot;top&quot;:-255.1,&quot;width&quot;:647.3}"/>
</p:tagLst>
</file>

<file path=ppt/tags/tag20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1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2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3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4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5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6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7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8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29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0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1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2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3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4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5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6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7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8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39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40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41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42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43.xml><?xml version="1.0" encoding="utf-8"?>
<p:tagLst xmlns:p="http://schemas.openxmlformats.org/presentationml/2006/main">
  <p:tag name="KSO_WM_DIAGRAM_VIRTUALLY_FRAME" val="{&quot;height&quot;:711.25,&quot;left&quot;:62.95,&quot;top&quot;:-255.1,&quot;width&quot;:647.3}"/>
</p:tagLst>
</file>

<file path=ppt/tags/tag44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45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46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47.xml><?xml version="1.0" encoding="utf-8"?>
<p:tagLst xmlns:p="http://schemas.openxmlformats.org/presentationml/2006/main">
  <p:tag name="KSO_DOCER_RESOURCE_TRACE_INFO" val="{&quot;id&quot;:&quot;3655685&quot;,&quot;origin&quot;:0,&quot;type&quot;:&quot;icons&quot;,&quot;user&quot;:&quot;1229401502&quot;}"/>
</p:tagLst>
</file>

<file path=ppt/tags/tag48.xml><?xml version="1.0" encoding="utf-8"?>
<p:tagLst xmlns:p="http://schemas.openxmlformats.org/presentationml/2006/main">
  <p:tag name="resource_record_key" val="{&quot;10&quot;:[21578339,3655685,2157234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WPS 演示</Application>
  <PresentationFormat>宽屏</PresentationFormat>
  <Paragraphs>290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汉仪晓波花月圆W</vt:lpstr>
      <vt:lpstr>Calibri</vt:lpstr>
      <vt:lpstr>汉仪雅酷黑 45W</vt:lpstr>
      <vt:lpstr>汉仪长美黑简</vt:lpstr>
      <vt:lpstr>微软雅黑</vt:lpstr>
      <vt:lpstr>Arial Unicode MS</vt:lpstr>
      <vt:lpstr>仿宋_GB2312</vt:lpstr>
      <vt:lpstr>黑体</vt:lpstr>
      <vt:lpstr>方正公文小标宋</vt:lpstr>
      <vt:lpstr>汉仪颜楷简</vt:lpstr>
      <vt:lpstr>出版社印刷体</vt:lpstr>
      <vt:lpstr>汉仪文黑-85简</vt:lpstr>
      <vt:lpstr>方正公文黑体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无名好人21</cp:lastModifiedBy>
  <cp:revision>15</cp:revision>
  <dcterms:created xsi:type="dcterms:W3CDTF">2020-04-14T06:12:00Z</dcterms:created>
  <dcterms:modified xsi:type="dcterms:W3CDTF">2026-03-11T04:52:10Z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v1.0_mb_V8IZaNVBknx0FsCxaUMUog==</vt:lpwstr>
  </property>
  <property fmtid="{D5CDD505-2E9C-101B-9397-08002B2CF9AE}" pid="4" name="ICV">
    <vt:lpwstr>DD4F2F3C9BA145D7A09D0570024AF780_11</vt:lpwstr>
  </property>
</Properties>
</file>